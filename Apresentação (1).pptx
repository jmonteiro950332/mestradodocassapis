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78" r:id="rId3"/>
    <p:sldId id="279" r:id="rId4"/>
    <p:sldId id="28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85B9D8-0B1D-D443-8552-93A1ED35050E}" v="4" dt="2026-08-28T11:53:38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94681"/>
  </p:normalViewPr>
  <p:slideViewPr>
    <p:cSldViewPr snapToGrid="0">
      <p:cViewPr varScale="1">
        <p:scale>
          <a:sx n="88" d="100"/>
          <a:sy n="88" d="100"/>
        </p:scale>
        <p:origin x="21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992C4F-F3CD-49B6-9CBC-51C446C53F93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5B3DD91-3A5F-46B7-BDF2-7B366CC66E7B}">
      <dgm:prSet/>
      <dgm:spPr/>
      <dgm:t>
        <a:bodyPr/>
        <a:lstStyle/>
        <a:p>
          <a:r>
            <a:rPr lang="pt-PT"/>
            <a:t>1.Existe um botão físico nos telemóveis para fazer chamadas</a:t>
          </a:r>
          <a:endParaRPr lang="en-US"/>
        </a:p>
      </dgm:t>
    </dgm:pt>
    <dgm:pt modelId="{0FCA2C2D-8C9D-4BDD-80C3-8051B01359FF}" type="parTrans" cxnId="{812F6727-7CEE-42B9-B997-2961D47B7009}">
      <dgm:prSet/>
      <dgm:spPr/>
      <dgm:t>
        <a:bodyPr/>
        <a:lstStyle/>
        <a:p>
          <a:endParaRPr lang="en-US"/>
        </a:p>
      </dgm:t>
    </dgm:pt>
    <dgm:pt modelId="{12E80F0D-B3F9-47AB-BF41-2B35239E7F3E}" type="sibTrans" cxnId="{812F6727-7CEE-42B9-B997-2961D47B7009}">
      <dgm:prSet/>
      <dgm:spPr/>
      <dgm:t>
        <a:bodyPr/>
        <a:lstStyle/>
        <a:p>
          <a:endParaRPr lang="en-US"/>
        </a:p>
      </dgm:t>
    </dgm:pt>
    <dgm:pt modelId="{95F01EE9-34F3-43F7-95DF-A9EF0C0A5719}">
      <dgm:prSet/>
      <dgm:spPr/>
      <dgm:t>
        <a:bodyPr/>
        <a:lstStyle/>
        <a:p>
          <a:r>
            <a:rPr lang="pt-PT"/>
            <a:t>V</a:t>
          </a:r>
          <a:endParaRPr lang="en-US"/>
        </a:p>
      </dgm:t>
    </dgm:pt>
    <dgm:pt modelId="{2960C41B-2B10-4BC8-9452-33CFBB46323D}" type="parTrans" cxnId="{A79CA305-06B1-42C2-9E46-CADA8DFE379E}">
      <dgm:prSet/>
      <dgm:spPr/>
      <dgm:t>
        <a:bodyPr/>
        <a:lstStyle/>
        <a:p>
          <a:endParaRPr lang="en-US"/>
        </a:p>
      </dgm:t>
    </dgm:pt>
    <dgm:pt modelId="{FE397E77-AD54-4EE9-9AC9-CBA96DA9C556}" type="sibTrans" cxnId="{A79CA305-06B1-42C2-9E46-CADA8DFE379E}">
      <dgm:prSet/>
      <dgm:spPr/>
      <dgm:t>
        <a:bodyPr/>
        <a:lstStyle/>
        <a:p>
          <a:endParaRPr lang="en-US"/>
        </a:p>
      </dgm:t>
    </dgm:pt>
    <dgm:pt modelId="{0A2B89CE-0FA5-4C0B-9A68-FC17D6B84BA6}">
      <dgm:prSet/>
      <dgm:spPr/>
      <dgm:t>
        <a:bodyPr/>
        <a:lstStyle/>
        <a:p>
          <a:r>
            <a:rPr lang="pt-PT"/>
            <a:t>F</a:t>
          </a:r>
          <a:endParaRPr lang="en-US"/>
        </a:p>
      </dgm:t>
    </dgm:pt>
    <dgm:pt modelId="{74F7193F-25B8-4E8C-935A-98999140ED58}" type="parTrans" cxnId="{DF672B67-9E4C-42DE-80DC-2127E486C98B}">
      <dgm:prSet/>
      <dgm:spPr/>
      <dgm:t>
        <a:bodyPr/>
        <a:lstStyle/>
        <a:p>
          <a:endParaRPr lang="en-US"/>
        </a:p>
      </dgm:t>
    </dgm:pt>
    <dgm:pt modelId="{F81735A8-B251-4B2E-886F-645D1523BFEF}" type="sibTrans" cxnId="{DF672B67-9E4C-42DE-80DC-2127E486C98B}">
      <dgm:prSet/>
      <dgm:spPr/>
      <dgm:t>
        <a:bodyPr/>
        <a:lstStyle/>
        <a:p>
          <a:endParaRPr lang="en-US"/>
        </a:p>
      </dgm:t>
    </dgm:pt>
    <dgm:pt modelId="{0EBE919C-C445-4545-8313-0794F0246844}" type="pres">
      <dgm:prSet presAssocID="{58992C4F-F3CD-49B6-9CBC-51C446C53F93}" presName="root" presStyleCnt="0">
        <dgm:presLayoutVars>
          <dgm:dir/>
          <dgm:resizeHandles val="exact"/>
        </dgm:presLayoutVars>
      </dgm:prSet>
      <dgm:spPr/>
    </dgm:pt>
    <dgm:pt modelId="{EC186123-6524-478C-9275-4DF97C63C711}" type="pres">
      <dgm:prSet presAssocID="{75B3DD91-3A5F-46B7-BDF2-7B366CC66E7B}" presName="compNode" presStyleCnt="0"/>
      <dgm:spPr/>
    </dgm:pt>
    <dgm:pt modelId="{090374A9-02D2-4B8C-B960-9D52CE90C7BE}" type="pres">
      <dgm:prSet presAssocID="{75B3DD91-3A5F-46B7-BDF2-7B366CC66E7B}" presName="bgRect" presStyleLbl="bgShp" presStyleIdx="0" presStyleCnt="3"/>
      <dgm:spPr/>
    </dgm:pt>
    <dgm:pt modelId="{E975A0C8-2B69-4453-BB99-CA93C4CAA6C9}" type="pres">
      <dgm:prSet presAssocID="{75B3DD91-3A5F-46B7-BDF2-7B366CC66E7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984D6851-4C9C-4DD3-A42F-B09EE7FB865C}" type="pres">
      <dgm:prSet presAssocID="{75B3DD91-3A5F-46B7-BDF2-7B366CC66E7B}" presName="spaceRect" presStyleCnt="0"/>
      <dgm:spPr/>
    </dgm:pt>
    <dgm:pt modelId="{E3084364-C22D-4ADE-9184-A947A1ECAAF9}" type="pres">
      <dgm:prSet presAssocID="{75B3DD91-3A5F-46B7-BDF2-7B366CC66E7B}" presName="parTx" presStyleLbl="revTx" presStyleIdx="0" presStyleCnt="3">
        <dgm:presLayoutVars>
          <dgm:chMax val="0"/>
          <dgm:chPref val="0"/>
        </dgm:presLayoutVars>
      </dgm:prSet>
      <dgm:spPr/>
    </dgm:pt>
    <dgm:pt modelId="{21A32AFA-49CC-41E7-A9B5-B740149FD182}" type="pres">
      <dgm:prSet presAssocID="{12E80F0D-B3F9-47AB-BF41-2B35239E7F3E}" presName="sibTrans" presStyleCnt="0"/>
      <dgm:spPr/>
    </dgm:pt>
    <dgm:pt modelId="{AFF1BBAE-03FC-4B7F-A287-7E58CC098C62}" type="pres">
      <dgm:prSet presAssocID="{95F01EE9-34F3-43F7-95DF-A9EF0C0A5719}" presName="compNode" presStyleCnt="0"/>
      <dgm:spPr/>
    </dgm:pt>
    <dgm:pt modelId="{6159E380-66F1-4471-83F3-FCF6C9800523}" type="pres">
      <dgm:prSet presAssocID="{95F01EE9-34F3-43F7-95DF-A9EF0C0A5719}" presName="bgRect" presStyleLbl="bgShp" presStyleIdx="1" presStyleCnt="3"/>
      <dgm:spPr/>
    </dgm:pt>
    <dgm:pt modelId="{5EC31C20-E72C-4FFA-9B82-1B310CB33523}" type="pres">
      <dgm:prSet presAssocID="{95F01EE9-34F3-43F7-95DF-A9EF0C0A571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eekTemple"/>
        </a:ext>
      </dgm:extLst>
    </dgm:pt>
    <dgm:pt modelId="{2F0CE3C9-4DF9-40BF-9550-4C2449EE6F38}" type="pres">
      <dgm:prSet presAssocID="{95F01EE9-34F3-43F7-95DF-A9EF0C0A5719}" presName="spaceRect" presStyleCnt="0"/>
      <dgm:spPr/>
    </dgm:pt>
    <dgm:pt modelId="{E5E23DB0-273E-472D-AA68-E8ABCAC3584B}" type="pres">
      <dgm:prSet presAssocID="{95F01EE9-34F3-43F7-95DF-A9EF0C0A5719}" presName="parTx" presStyleLbl="revTx" presStyleIdx="1" presStyleCnt="3">
        <dgm:presLayoutVars>
          <dgm:chMax val="0"/>
          <dgm:chPref val="0"/>
        </dgm:presLayoutVars>
      </dgm:prSet>
      <dgm:spPr/>
    </dgm:pt>
    <dgm:pt modelId="{1C8172E1-3D25-428C-A0B1-09765FADDBBB}" type="pres">
      <dgm:prSet presAssocID="{FE397E77-AD54-4EE9-9AC9-CBA96DA9C556}" presName="sibTrans" presStyleCnt="0"/>
      <dgm:spPr/>
    </dgm:pt>
    <dgm:pt modelId="{3A0F6BE9-0B1B-4543-BC57-384D42616957}" type="pres">
      <dgm:prSet presAssocID="{0A2B89CE-0FA5-4C0B-9A68-FC17D6B84BA6}" presName="compNode" presStyleCnt="0"/>
      <dgm:spPr/>
    </dgm:pt>
    <dgm:pt modelId="{D7C20A4D-AF5F-494C-9ED7-4A7967FB22E1}" type="pres">
      <dgm:prSet presAssocID="{0A2B89CE-0FA5-4C0B-9A68-FC17D6B84BA6}" presName="bgRect" presStyleLbl="bgShp" presStyleIdx="2" presStyleCnt="3"/>
      <dgm:spPr/>
    </dgm:pt>
    <dgm:pt modelId="{0A42EE01-FDD2-49A0-8E1D-76290DCD8C68}" type="pres">
      <dgm:prSet presAssocID="{0A2B89CE-0FA5-4C0B-9A68-FC17D6B84BA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sOn"/>
        </a:ext>
      </dgm:extLst>
    </dgm:pt>
    <dgm:pt modelId="{23E3B598-5EA5-4389-A5FB-9064747E76D6}" type="pres">
      <dgm:prSet presAssocID="{0A2B89CE-0FA5-4C0B-9A68-FC17D6B84BA6}" presName="spaceRect" presStyleCnt="0"/>
      <dgm:spPr/>
    </dgm:pt>
    <dgm:pt modelId="{D959342C-41D7-4B41-BA49-0B7202491869}" type="pres">
      <dgm:prSet presAssocID="{0A2B89CE-0FA5-4C0B-9A68-FC17D6B84BA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79CA305-06B1-42C2-9E46-CADA8DFE379E}" srcId="{58992C4F-F3CD-49B6-9CBC-51C446C53F93}" destId="{95F01EE9-34F3-43F7-95DF-A9EF0C0A5719}" srcOrd="1" destOrd="0" parTransId="{2960C41B-2B10-4BC8-9452-33CFBB46323D}" sibTransId="{FE397E77-AD54-4EE9-9AC9-CBA96DA9C556}"/>
    <dgm:cxn modelId="{812F6727-7CEE-42B9-B997-2961D47B7009}" srcId="{58992C4F-F3CD-49B6-9CBC-51C446C53F93}" destId="{75B3DD91-3A5F-46B7-BDF2-7B366CC66E7B}" srcOrd="0" destOrd="0" parTransId="{0FCA2C2D-8C9D-4BDD-80C3-8051B01359FF}" sibTransId="{12E80F0D-B3F9-47AB-BF41-2B35239E7F3E}"/>
    <dgm:cxn modelId="{C817FF60-FE20-4C9F-9F7C-121C4878103C}" type="presOf" srcId="{75B3DD91-3A5F-46B7-BDF2-7B366CC66E7B}" destId="{E3084364-C22D-4ADE-9184-A947A1ECAAF9}" srcOrd="0" destOrd="0" presId="urn:microsoft.com/office/officeart/2018/2/layout/IconVerticalSolidList"/>
    <dgm:cxn modelId="{DF672B67-9E4C-42DE-80DC-2127E486C98B}" srcId="{58992C4F-F3CD-49B6-9CBC-51C446C53F93}" destId="{0A2B89CE-0FA5-4C0B-9A68-FC17D6B84BA6}" srcOrd="2" destOrd="0" parTransId="{74F7193F-25B8-4E8C-935A-98999140ED58}" sibTransId="{F81735A8-B251-4B2E-886F-645D1523BFEF}"/>
    <dgm:cxn modelId="{6161C6A8-8A54-40A9-9020-1A0555BA00FE}" type="presOf" srcId="{58992C4F-F3CD-49B6-9CBC-51C446C53F93}" destId="{0EBE919C-C445-4545-8313-0794F0246844}" srcOrd="0" destOrd="0" presId="urn:microsoft.com/office/officeart/2018/2/layout/IconVerticalSolidList"/>
    <dgm:cxn modelId="{AF3270A9-B713-4C5F-B0BC-845C41E5E075}" type="presOf" srcId="{0A2B89CE-0FA5-4C0B-9A68-FC17D6B84BA6}" destId="{D959342C-41D7-4B41-BA49-0B7202491869}" srcOrd="0" destOrd="0" presId="urn:microsoft.com/office/officeart/2018/2/layout/IconVerticalSolidList"/>
    <dgm:cxn modelId="{909388AA-000D-4AE3-8629-BDD74FF70A1A}" type="presOf" srcId="{95F01EE9-34F3-43F7-95DF-A9EF0C0A5719}" destId="{E5E23DB0-273E-472D-AA68-E8ABCAC3584B}" srcOrd="0" destOrd="0" presId="urn:microsoft.com/office/officeart/2018/2/layout/IconVerticalSolidList"/>
    <dgm:cxn modelId="{32A24171-5DE0-4FDF-B722-795ABFC6A490}" type="presParOf" srcId="{0EBE919C-C445-4545-8313-0794F0246844}" destId="{EC186123-6524-478C-9275-4DF97C63C711}" srcOrd="0" destOrd="0" presId="urn:microsoft.com/office/officeart/2018/2/layout/IconVerticalSolidList"/>
    <dgm:cxn modelId="{68BED0FF-BE3E-40B0-941B-E61204396FB5}" type="presParOf" srcId="{EC186123-6524-478C-9275-4DF97C63C711}" destId="{090374A9-02D2-4B8C-B960-9D52CE90C7BE}" srcOrd="0" destOrd="0" presId="urn:microsoft.com/office/officeart/2018/2/layout/IconVerticalSolidList"/>
    <dgm:cxn modelId="{5E4807F4-3EE6-4412-8E43-7B4E34C4E225}" type="presParOf" srcId="{EC186123-6524-478C-9275-4DF97C63C711}" destId="{E975A0C8-2B69-4453-BB99-CA93C4CAA6C9}" srcOrd="1" destOrd="0" presId="urn:microsoft.com/office/officeart/2018/2/layout/IconVerticalSolidList"/>
    <dgm:cxn modelId="{BCAAA9BE-8D23-47C1-A506-1FB2A909C3C9}" type="presParOf" srcId="{EC186123-6524-478C-9275-4DF97C63C711}" destId="{984D6851-4C9C-4DD3-A42F-B09EE7FB865C}" srcOrd="2" destOrd="0" presId="urn:microsoft.com/office/officeart/2018/2/layout/IconVerticalSolidList"/>
    <dgm:cxn modelId="{B768F139-0B1B-42B3-9823-447288ED278B}" type="presParOf" srcId="{EC186123-6524-478C-9275-4DF97C63C711}" destId="{E3084364-C22D-4ADE-9184-A947A1ECAAF9}" srcOrd="3" destOrd="0" presId="urn:microsoft.com/office/officeart/2018/2/layout/IconVerticalSolidList"/>
    <dgm:cxn modelId="{F7AFBC42-2A63-4446-BE3F-D15A7E432AA8}" type="presParOf" srcId="{0EBE919C-C445-4545-8313-0794F0246844}" destId="{21A32AFA-49CC-41E7-A9B5-B740149FD182}" srcOrd="1" destOrd="0" presId="urn:microsoft.com/office/officeart/2018/2/layout/IconVerticalSolidList"/>
    <dgm:cxn modelId="{C1252146-891F-40DE-9C44-F9534F9A14AF}" type="presParOf" srcId="{0EBE919C-C445-4545-8313-0794F0246844}" destId="{AFF1BBAE-03FC-4B7F-A287-7E58CC098C62}" srcOrd="2" destOrd="0" presId="urn:microsoft.com/office/officeart/2018/2/layout/IconVerticalSolidList"/>
    <dgm:cxn modelId="{7422F195-87E8-4B13-A5AF-AE0185E7A760}" type="presParOf" srcId="{AFF1BBAE-03FC-4B7F-A287-7E58CC098C62}" destId="{6159E380-66F1-4471-83F3-FCF6C9800523}" srcOrd="0" destOrd="0" presId="urn:microsoft.com/office/officeart/2018/2/layout/IconVerticalSolidList"/>
    <dgm:cxn modelId="{BA4AA4BE-7F07-4A0D-9425-BDEF4598C005}" type="presParOf" srcId="{AFF1BBAE-03FC-4B7F-A287-7E58CC098C62}" destId="{5EC31C20-E72C-4FFA-9B82-1B310CB33523}" srcOrd="1" destOrd="0" presId="urn:microsoft.com/office/officeart/2018/2/layout/IconVerticalSolidList"/>
    <dgm:cxn modelId="{10FDD007-B821-4234-88D2-9C445D803ACB}" type="presParOf" srcId="{AFF1BBAE-03FC-4B7F-A287-7E58CC098C62}" destId="{2F0CE3C9-4DF9-40BF-9550-4C2449EE6F38}" srcOrd="2" destOrd="0" presId="urn:microsoft.com/office/officeart/2018/2/layout/IconVerticalSolidList"/>
    <dgm:cxn modelId="{E2C2ED44-524F-4869-817C-0B15FE1E5152}" type="presParOf" srcId="{AFF1BBAE-03FC-4B7F-A287-7E58CC098C62}" destId="{E5E23DB0-273E-472D-AA68-E8ABCAC3584B}" srcOrd="3" destOrd="0" presId="urn:microsoft.com/office/officeart/2018/2/layout/IconVerticalSolidList"/>
    <dgm:cxn modelId="{7D315755-9866-4D70-BEEB-A583AC17BC87}" type="presParOf" srcId="{0EBE919C-C445-4545-8313-0794F0246844}" destId="{1C8172E1-3D25-428C-A0B1-09765FADDBBB}" srcOrd="3" destOrd="0" presId="urn:microsoft.com/office/officeart/2018/2/layout/IconVerticalSolidList"/>
    <dgm:cxn modelId="{99C9CD92-EBAA-4F86-83D5-AF3A1FBD2450}" type="presParOf" srcId="{0EBE919C-C445-4545-8313-0794F0246844}" destId="{3A0F6BE9-0B1B-4543-BC57-384D42616957}" srcOrd="4" destOrd="0" presId="urn:microsoft.com/office/officeart/2018/2/layout/IconVerticalSolidList"/>
    <dgm:cxn modelId="{FDB58769-842F-401A-9CF8-1F91FE450E6E}" type="presParOf" srcId="{3A0F6BE9-0B1B-4543-BC57-384D42616957}" destId="{D7C20A4D-AF5F-494C-9ED7-4A7967FB22E1}" srcOrd="0" destOrd="0" presId="urn:microsoft.com/office/officeart/2018/2/layout/IconVerticalSolidList"/>
    <dgm:cxn modelId="{70ACFCC8-FC4B-4C71-B5ED-9191AB8BB432}" type="presParOf" srcId="{3A0F6BE9-0B1B-4543-BC57-384D42616957}" destId="{0A42EE01-FDD2-49A0-8E1D-76290DCD8C68}" srcOrd="1" destOrd="0" presId="urn:microsoft.com/office/officeart/2018/2/layout/IconVerticalSolidList"/>
    <dgm:cxn modelId="{06851BE9-3A7F-4843-8C40-AD019BE60AB7}" type="presParOf" srcId="{3A0F6BE9-0B1B-4543-BC57-384D42616957}" destId="{23E3B598-5EA5-4389-A5FB-9064747E76D6}" srcOrd="2" destOrd="0" presId="urn:microsoft.com/office/officeart/2018/2/layout/IconVerticalSolidList"/>
    <dgm:cxn modelId="{CE316A1B-0A5C-47A5-9C03-91D962B06C4D}" type="presParOf" srcId="{3A0F6BE9-0B1B-4543-BC57-384D42616957}" destId="{D959342C-41D7-4B41-BA49-0B72024918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869B83-8BF8-418A-8F4F-5E5344256811}" type="doc">
      <dgm:prSet loTypeId="urn:microsoft.com/office/officeart/2018/5/layout/IconLeafLabelList" loCatId="icon" qsTypeId="urn:microsoft.com/office/officeart/2005/8/quickstyle/simple1#2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BE3ABCC-BE54-47C4-9696-90F98B1B6F39}">
      <dgm:prSet/>
      <dgm:spPr/>
      <dgm:t>
        <a:bodyPr/>
        <a:lstStyle/>
        <a:p>
          <a:pPr>
            <a:defRPr cap="all"/>
          </a:pPr>
          <a:r>
            <a:rPr lang="pt-PT"/>
            <a:t>O email usa internet</a:t>
          </a:r>
          <a:endParaRPr lang="en-US"/>
        </a:p>
      </dgm:t>
    </dgm:pt>
    <dgm:pt modelId="{3D25DD26-B302-4915-AB58-86B8165AED10}" type="parTrans" cxnId="{E3B1ECF3-1D50-440A-87AD-BA2B3B29C37C}">
      <dgm:prSet/>
      <dgm:spPr/>
      <dgm:t>
        <a:bodyPr/>
        <a:lstStyle/>
        <a:p>
          <a:endParaRPr lang="en-US"/>
        </a:p>
      </dgm:t>
    </dgm:pt>
    <dgm:pt modelId="{9AD1D37E-D37F-4212-8CF4-A89679927834}" type="sibTrans" cxnId="{E3B1ECF3-1D50-440A-87AD-BA2B3B29C37C}">
      <dgm:prSet/>
      <dgm:spPr/>
      <dgm:t>
        <a:bodyPr/>
        <a:lstStyle/>
        <a:p>
          <a:endParaRPr lang="en-US"/>
        </a:p>
      </dgm:t>
    </dgm:pt>
    <dgm:pt modelId="{93E10E3C-9593-4D8D-84F3-4B52E34596FF}">
      <dgm:prSet/>
      <dgm:spPr/>
      <dgm:t>
        <a:bodyPr/>
        <a:lstStyle/>
        <a:p>
          <a:pPr>
            <a:defRPr cap="all"/>
          </a:pPr>
          <a:r>
            <a:rPr lang="pt-PT"/>
            <a:t>V</a:t>
          </a:r>
          <a:endParaRPr lang="en-US"/>
        </a:p>
      </dgm:t>
    </dgm:pt>
    <dgm:pt modelId="{A3AF91D1-78C6-472E-BCDA-B3263E3E21F9}" type="parTrans" cxnId="{2AC30BD6-09E3-4ACE-9870-D796EB289C34}">
      <dgm:prSet/>
      <dgm:spPr/>
      <dgm:t>
        <a:bodyPr/>
        <a:lstStyle/>
        <a:p>
          <a:endParaRPr lang="en-US"/>
        </a:p>
      </dgm:t>
    </dgm:pt>
    <dgm:pt modelId="{14190A1F-3ABE-42EC-A3F3-E9CDF5C63C4F}" type="sibTrans" cxnId="{2AC30BD6-09E3-4ACE-9870-D796EB289C34}">
      <dgm:prSet/>
      <dgm:spPr/>
      <dgm:t>
        <a:bodyPr/>
        <a:lstStyle/>
        <a:p>
          <a:endParaRPr lang="en-US"/>
        </a:p>
      </dgm:t>
    </dgm:pt>
    <dgm:pt modelId="{961DA755-16E1-4D05-8594-595C76E735D9}">
      <dgm:prSet/>
      <dgm:spPr/>
      <dgm:t>
        <a:bodyPr/>
        <a:lstStyle/>
        <a:p>
          <a:pPr>
            <a:defRPr cap="all"/>
          </a:pPr>
          <a:r>
            <a:rPr lang="pt-PT"/>
            <a:t>F</a:t>
          </a:r>
          <a:endParaRPr lang="en-US"/>
        </a:p>
      </dgm:t>
    </dgm:pt>
    <dgm:pt modelId="{9AA6DD75-C00F-4A1C-A3AB-01226A30B829}" type="parTrans" cxnId="{344E738C-7D85-46B7-B540-3DEDA6184828}">
      <dgm:prSet/>
      <dgm:spPr/>
      <dgm:t>
        <a:bodyPr/>
        <a:lstStyle/>
        <a:p>
          <a:endParaRPr lang="en-US"/>
        </a:p>
      </dgm:t>
    </dgm:pt>
    <dgm:pt modelId="{ACD1F5B0-2CB7-4D32-8E2B-BFC6137A8230}" type="sibTrans" cxnId="{344E738C-7D85-46B7-B540-3DEDA6184828}">
      <dgm:prSet/>
      <dgm:spPr/>
      <dgm:t>
        <a:bodyPr/>
        <a:lstStyle/>
        <a:p>
          <a:endParaRPr lang="en-US"/>
        </a:p>
      </dgm:t>
    </dgm:pt>
    <dgm:pt modelId="{9827759D-80DF-4E33-85A4-93BBE16026A5}" type="pres">
      <dgm:prSet presAssocID="{CE869B83-8BF8-418A-8F4F-5E5344256811}" presName="root" presStyleCnt="0">
        <dgm:presLayoutVars>
          <dgm:dir/>
          <dgm:resizeHandles val="exact"/>
        </dgm:presLayoutVars>
      </dgm:prSet>
      <dgm:spPr/>
    </dgm:pt>
    <dgm:pt modelId="{0895B3AB-E72D-45B2-920E-E950203CA9F5}" type="pres">
      <dgm:prSet presAssocID="{6BE3ABCC-BE54-47C4-9696-90F98B1B6F39}" presName="compNode" presStyleCnt="0"/>
      <dgm:spPr/>
    </dgm:pt>
    <dgm:pt modelId="{4487A862-1380-4EB5-B352-F37A5F4A2D0D}" type="pres">
      <dgm:prSet presAssocID="{6BE3ABCC-BE54-47C4-9696-90F98B1B6F39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BA2100B-3C71-4CB1-9C63-CC6D25626C57}" type="pres">
      <dgm:prSet presAssocID="{6BE3ABCC-BE54-47C4-9696-90F98B1B6F3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46C1EE58-07FC-4378-A2FE-95A02B4D3534}" type="pres">
      <dgm:prSet presAssocID="{6BE3ABCC-BE54-47C4-9696-90F98B1B6F39}" presName="spaceRect" presStyleCnt="0"/>
      <dgm:spPr/>
    </dgm:pt>
    <dgm:pt modelId="{F8D74C03-F738-4589-B7F5-FD7114D749E0}" type="pres">
      <dgm:prSet presAssocID="{6BE3ABCC-BE54-47C4-9696-90F98B1B6F39}" presName="textRect" presStyleLbl="revTx" presStyleIdx="0" presStyleCnt="3">
        <dgm:presLayoutVars>
          <dgm:chMax val="1"/>
          <dgm:chPref val="1"/>
        </dgm:presLayoutVars>
      </dgm:prSet>
      <dgm:spPr/>
    </dgm:pt>
    <dgm:pt modelId="{D0D01951-86A4-4989-A038-578501FFE1CA}" type="pres">
      <dgm:prSet presAssocID="{9AD1D37E-D37F-4212-8CF4-A89679927834}" presName="sibTrans" presStyleCnt="0"/>
      <dgm:spPr/>
    </dgm:pt>
    <dgm:pt modelId="{2318B396-8D06-4E69-81AD-E50A2870021E}" type="pres">
      <dgm:prSet presAssocID="{93E10E3C-9593-4D8D-84F3-4B52E34596FF}" presName="compNode" presStyleCnt="0"/>
      <dgm:spPr/>
    </dgm:pt>
    <dgm:pt modelId="{054C50EB-602A-4B02-8AD7-9B0753B1EC52}" type="pres">
      <dgm:prSet presAssocID="{93E10E3C-9593-4D8D-84F3-4B52E34596FF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FBAB68D-555A-4583-B10D-0AA92C3E0996}" type="pres">
      <dgm:prSet presAssocID="{93E10E3C-9593-4D8D-84F3-4B52E34596F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eekTemple"/>
        </a:ext>
      </dgm:extLst>
    </dgm:pt>
    <dgm:pt modelId="{4A183A18-3B8B-4F9E-858A-CB9527B67A0F}" type="pres">
      <dgm:prSet presAssocID="{93E10E3C-9593-4D8D-84F3-4B52E34596FF}" presName="spaceRect" presStyleCnt="0"/>
      <dgm:spPr/>
    </dgm:pt>
    <dgm:pt modelId="{E23FB325-1BDC-43B6-89D3-F91BB9D94114}" type="pres">
      <dgm:prSet presAssocID="{93E10E3C-9593-4D8D-84F3-4B52E34596FF}" presName="textRect" presStyleLbl="revTx" presStyleIdx="1" presStyleCnt="3">
        <dgm:presLayoutVars>
          <dgm:chMax val="1"/>
          <dgm:chPref val="1"/>
        </dgm:presLayoutVars>
      </dgm:prSet>
      <dgm:spPr/>
    </dgm:pt>
    <dgm:pt modelId="{14CF8649-7164-4F22-9079-F72840D96302}" type="pres">
      <dgm:prSet presAssocID="{14190A1F-3ABE-42EC-A3F3-E9CDF5C63C4F}" presName="sibTrans" presStyleCnt="0"/>
      <dgm:spPr/>
    </dgm:pt>
    <dgm:pt modelId="{68DC6DE7-3C30-483E-A87C-A0BC07C3F47A}" type="pres">
      <dgm:prSet presAssocID="{961DA755-16E1-4D05-8594-595C76E735D9}" presName="compNode" presStyleCnt="0"/>
      <dgm:spPr/>
    </dgm:pt>
    <dgm:pt modelId="{F7B0CCAB-EDF9-450A-8B23-4A8FFB608296}" type="pres">
      <dgm:prSet presAssocID="{961DA755-16E1-4D05-8594-595C76E735D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913C627-8C1D-4517-B02D-852C8551C5FE}" type="pres">
      <dgm:prSet presAssocID="{961DA755-16E1-4D05-8594-595C76E735D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sOn"/>
        </a:ext>
      </dgm:extLst>
    </dgm:pt>
    <dgm:pt modelId="{48CBBC39-B79A-4E55-BF70-7A5DE1C9EFE9}" type="pres">
      <dgm:prSet presAssocID="{961DA755-16E1-4D05-8594-595C76E735D9}" presName="spaceRect" presStyleCnt="0"/>
      <dgm:spPr/>
    </dgm:pt>
    <dgm:pt modelId="{ADDCC7FB-F1A4-4EA4-830E-C268B349CA87}" type="pres">
      <dgm:prSet presAssocID="{961DA755-16E1-4D05-8594-595C76E735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23EB351-6669-4020-9954-69D73B753059}" type="presOf" srcId="{CE869B83-8BF8-418A-8F4F-5E5344256811}" destId="{9827759D-80DF-4E33-85A4-93BBE16026A5}" srcOrd="0" destOrd="0" presId="urn:microsoft.com/office/officeart/2018/5/layout/IconLeafLabelList"/>
    <dgm:cxn modelId="{E64B5A52-B1FF-4164-8AEF-C741F12865BD}" type="presOf" srcId="{93E10E3C-9593-4D8D-84F3-4B52E34596FF}" destId="{E23FB325-1BDC-43B6-89D3-F91BB9D94114}" srcOrd="0" destOrd="0" presId="urn:microsoft.com/office/officeart/2018/5/layout/IconLeafLabelList"/>
    <dgm:cxn modelId="{344E738C-7D85-46B7-B540-3DEDA6184828}" srcId="{CE869B83-8BF8-418A-8F4F-5E5344256811}" destId="{961DA755-16E1-4D05-8594-595C76E735D9}" srcOrd="2" destOrd="0" parTransId="{9AA6DD75-C00F-4A1C-A3AB-01226A30B829}" sibTransId="{ACD1F5B0-2CB7-4D32-8E2B-BFC6137A8230}"/>
    <dgm:cxn modelId="{0F94C0A1-7700-42C9-B4CB-BFB8E7D3CC30}" type="presOf" srcId="{961DA755-16E1-4D05-8594-595C76E735D9}" destId="{ADDCC7FB-F1A4-4EA4-830E-C268B349CA87}" srcOrd="0" destOrd="0" presId="urn:microsoft.com/office/officeart/2018/5/layout/IconLeafLabelList"/>
    <dgm:cxn modelId="{D28320CA-2877-4292-AF11-D468225B4E25}" type="presOf" srcId="{6BE3ABCC-BE54-47C4-9696-90F98B1B6F39}" destId="{F8D74C03-F738-4589-B7F5-FD7114D749E0}" srcOrd="0" destOrd="0" presId="urn:microsoft.com/office/officeart/2018/5/layout/IconLeafLabelList"/>
    <dgm:cxn modelId="{2AC30BD6-09E3-4ACE-9870-D796EB289C34}" srcId="{CE869B83-8BF8-418A-8F4F-5E5344256811}" destId="{93E10E3C-9593-4D8D-84F3-4B52E34596FF}" srcOrd="1" destOrd="0" parTransId="{A3AF91D1-78C6-472E-BCDA-B3263E3E21F9}" sibTransId="{14190A1F-3ABE-42EC-A3F3-E9CDF5C63C4F}"/>
    <dgm:cxn modelId="{E3B1ECF3-1D50-440A-87AD-BA2B3B29C37C}" srcId="{CE869B83-8BF8-418A-8F4F-5E5344256811}" destId="{6BE3ABCC-BE54-47C4-9696-90F98B1B6F39}" srcOrd="0" destOrd="0" parTransId="{3D25DD26-B302-4915-AB58-86B8165AED10}" sibTransId="{9AD1D37E-D37F-4212-8CF4-A89679927834}"/>
    <dgm:cxn modelId="{4AC24CB8-13A6-458F-B9B1-35BC1EEAEEB0}" type="presParOf" srcId="{9827759D-80DF-4E33-85A4-93BBE16026A5}" destId="{0895B3AB-E72D-45B2-920E-E950203CA9F5}" srcOrd="0" destOrd="0" presId="urn:microsoft.com/office/officeart/2018/5/layout/IconLeafLabelList"/>
    <dgm:cxn modelId="{6A5A7E62-0709-419F-9829-9B0C45F16753}" type="presParOf" srcId="{0895B3AB-E72D-45B2-920E-E950203CA9F5}" destId="{4487A862-1380-4EB5-B352-F37A5F4A2D0D}" srcOrd="0" destOrd="0" presId="urn:microsoft.com/office/officeart/2018/5/layout/IconLeafLabelList"/>
    <dgm:cxn modelId="{1C635BF8-1980-4F95-80A4-EB7A4E755C6C}" type="presParOf" srcId="{0895B3AB-E72D-45B2-920E-E950203CA9F5}" destId="{5BA2100B-3C71-4CB1-9C63-CC6D25626C57}" srcOrd="1" destOrd="0" presId="urn:microsoft.com/office/officeart/2018/5/layout/IconLeafLabelList"/>
    <dgm:cxn modelId="{309C7E98-7F02-465B-B64E-57702E728C15}" type="presParOf" srcId="{0895B3AB-E72D-45B2-920E-E950203CA9F5}" destId="{46C1EE58-07FC-4378-A2FE-95A02B4D3534}" srcOrd="2" destOrd="0" presId="urn:microsoft.com/office/officeart/2018/5/layout/IconLeafLabelList"/>
    <dgm:cxn modelId="{236939B9-DE0B-4257-8AFC-669D625DE0A1}" type="presParOf" srcId="{0895B3AB-E72D-45B2-920E-E950203CA9F5}" destId="{F8D74C03-F738-4589-B7F5-FD7114D749E0}" srcOrd="3" destOrd="0" presId="urn:microsoft.com/office/officeart/2018/5/layout/IconLeafLabelList"/>
    <dgm:cxn modelId="{25D70BE7-C0F2-44B6-A44D-8E50F770DFDA}" type="presParOf" srcId="{9827759D-80DF-4E33-85A4-93BBE16026A5}" destId="{D0D01951-86A4-4989-A038-578501FFE1CA}" srcOrd="1" destOrd="0" presId="urn:microsoft.com/office/officeart/2018/5/layout/IconLeafLabelList"/>
    <dgm:cxn modelId="{73287451-C4DF-46BD-AE55-A4A68D2C814C}" type="presParOf" srcId="{9827759D-80DF-4E33-85A4-93BBE16026A5}" destId="{2318B396-8D06-4E69-81AD-E50A2870021E}" srcOrd="2" destOrd="0" presId="urn:microsoft.com/office/officeart/2018/5/layout/IconLeafLabelList"/>
    <dgm:cxn modelId="{7B50808D-8A75-4930-A50B-671AD04EDB2B}" type="presParOf" srcId="{2318B396-8D06-4E69-81AD-E50A2870021E}" destId="{054C50EB-602A-4B02-8AD7-9B0753B1EC52}" srcOrd="0" destOrd="0" presId="urn:microsoft.com/office/officeart/2018/5/layout/IconLeafLabelList"/>
    <dgm:cxn modelId="{500FF15E-1CE6-4B50-B631-5E8856B65CE4}" type="presParOf" srcId="{2318B396-8D06-4E69-81AD-E50A2870021E}" destId="{1FBAB68D-555A-4583-B10D-0AA92C3E0996}" srcOrd="1" destOrd="0" presId="urn:microsoft.com/office/officeart/2018/5/layout/IconLeafLabelList"/>
    <dgm:cxn modelId="{D5774A36-12A3-4C49-8BE4-414E5EABF3B7}" type="presParOf" srcId="{2318B396-8D06-4E69-81AD-E50A2870021E}" destId="{4A183A18-3B8B-4F9E-858A-CB9527B67A0F}" srcOrd="2" destOrd="0" presId="urn:microsoft.com/office/officeart/2018/5/layout/IconLeafLabelList"/>
    <dgm:cxn modelId="{44AA2F39-5A28-4CA5-8B05-91298BD4BF6F}" type="presParOf" srcId="{2318B396-8D06-4E69-81AD-E50A2870021E}" destId="{E23FB325-1BDC-43B6-89D3-F91BB9D94114}" srcOrd="3" destOrd="0" presId="urn:microsoft.com/office/officeart/2018/5/layout/IconLeafLabelList"/>
    <dgm:cxn modelId="{F1A9F02E-470C-44A6-8AB7-D137588C1F1E}" type="presParOf" srcId="{9827759D-80DF-4E33-85A4-93BBE16026A5}" destId="{14CF8649-7164-4F22-9079-F72840D96302}" srcOrd="3" destOrd="0" presId="urn:microsoft.com/office/officeart/2018/5/layout/IconLeafLabelList"/>
    <dgm:cxn modelId="{BE01C804-F8E2-4529-AF3E-B3BE65CBA6AF}" type="presParOf" srcId="{9827759D-80DF-4E33-85A4-93BBE16026A5}" destId="{68DC6DE7-3C30-483E-A87C-A0BC07C3F47A}" srcOrd="4" destOrd="0" presId="urn:microsoft.com/office/officeart/2018/5/layout/IconLeafLabelList"/>
    <dgm:cxn modelId="{CF302501-73C6-49B3-9449-01BA0FC4D8F9}" type="presParOf" srcId="{68DC6DE7-3C30-483E-A87C-A0BC07C3F47A}" destId="{F7B0CCAB-EDF9-450A-8B23-4A8FFB608296}" srcOrd="0" destOrd="0" presId="urn:microsoft.com/office/officeart/2018/5/layout/IconLeafLabelList"/>
    <dgm:cxn modelId="{08CF46FA-899E-4C82-8CC9-D64C827C9658}" type="presParOf" srcId="{68DC6DE7-3C30-483E-A87C-A0BC07C3F47A}" destId="{2913C627-8C1D-4517-B02D-852C8551C5FE}" srcOrd="1" destOrd="0" presId="urn:microsoft.com/office/officeart/2018/5/layout/IconLeafLabelList"/>
    <dgm:cxn modelId="{FDE5D79C-AA53-4A39-B02A-89664995BC94}" type="presParOf" srcId="{68DC6DE7-3C30-483E-A87C-A0BC07C3F47A}" destId="{48CBBC39-B79A-4E55-BF70-7A5DE1C9EFE9}" srcOrd="2" destOrd="0" presId="urn:microsoft.com/office/officeart/2018/5/layout/IconLeafLabelList"/>
    <dgm:cxn modelId="{34792C7D-2EC3-4F88-9DA6-001C50F31C3C}" type="presParOf" srcId="{68DC6DE7-3C30-483E-A87C-A0BC07C3F47A}" destId="{ADDCC7FB-F1A4-4EA4-830E-C268B349CA8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2FC505-D835-4A8C-B847-4BB334C207E8}" type="doc">
      <dgm:prSet loTypeId="urn:microsoft.com/office/officeart/2018/2/layout/IconVerticalSolidList" loCatId="icon" qsTypeId="urn:microsoft.com/office/officeart/2005/8/quickstyle/simple1#3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29EF585-8AED-4588-AADC-22BFD4ED7135}">
      <dgm:prSet/>
      <dgm:spPr/>
      <dgm:t>
        <a:bodyPr/>
        <a:lstStyle/>
        <a:p>
          <a:r>
            <a:rPr lang="pt-PT"/>
            <a:t>O teu telemóvel liga para o112 sem cartão </a:t>
          </a:r>
          <a:endParaRPr lang="en-US"/>
        </a:p>
      </dgm:t>
    </dgm:pt>
    <dgm:pt modelId="{2F080F3D-C02E-4CEA-9E9C-E23B6A9D96C1}" type="parTrans" cxnId="{695D2DBA-F9B2-4E29-AAA2-FE4B19E860A9}">
      <dgm:prSet/>
      <dgm:spPr/>
      <dgm:t>
        <a:bodyPr/>
        <a:lstStyle/>
        <a:p>
          <a:endParaRPr lang="en-US"/>
        </a:p>
      </dgm:t>
    </dgm:pt>
    <dgm:pt modelId="{B71C7421-4A03-411F-83A6-A212FCDCC2C0}" type="sibTrans" cxnId="{695D2DBA-F9B2-4E29-AAA2-FE4B19E860A9}">
      <dgm:prSet/>
      <dgm:spPr/>
      <dgm:t>
        <a:bodyPr/>
        <a:lstStyle/>
        <a:p>
          <a:endParaRPr lang="en-US"/>
        </a:p>
      </dgm:t>
    </dgm:pt>
    <dgm:pt modelId="{CAD5DE50-E551-4C49-BC5D-98FC79AF5944}">
      <dgm:prSet/>
      <dgm:spPr/>
      <dgm:t>
        <a:bodyPr/>
        <a:lstStyle/>
        <a:p>
          <a:r>
            <a:rPr lang="pt-PT"/>
            <a:t>V</a:t>
          </a:r>
          <a:endParaRPr lang="en-US"/>
        </a:p>
      </dgm:t>
    </dgm:pt>
    <dgm:pt modelId="{4EB4D225-E828-472C-8B9C-AE7206C6CBEB}" type="parTrans" cxnId="{55B3C695-5897-4C94-9924-6B1651C1E31F}">
      <dgm:prSet/>
      <dgm:spPr/>
      <dgm:t>
        <a:bodyPr/>
        <a:lstStyle/>
        <a:p>
          <a:endParaRPr lang="en-US"/>
        </a:p>
      </dgm:t>
    </dgm:pt>
    <dgm:pt modelId="{BF483356-C26D-45D6-9896-648C6FC32ABC}" type="sibTrans" cxnId="{55B3C695-5897-4C94-9924-6B1651C1E31F}">
      <dgm:prSet/>
      <dgm:spPr/>
      <dgm:t>
        <a:bodyPr/>
        <a:lstStyle/>
        <a:p>
          <a:endParaRPr lang="en-US"/>
        </a:p>
      </dgm:t>
    </dgm:pt>
    <dgm:pt modelId="{DE9E7FB1-E27E-4B02-A5DF-71FC87C80E90}">
      <dgm:prSet/>
      <dgm:spPr/>
      <dgm:t>
        <a:bodyPr/>
        <a:lstStyle/>
        <a:p>
          <a:r>
            <a:rPr lang="pt-PT"/>
            <a:t>F</a:t>
          </a:r>
          <a:endParaRPr lang="en-US"/>
        </a:p>
      </dgm:t>
    </dgm:pt>
    <dgm:pt modelId="{B65651C6-4BAF-47CE-8FB7-DDFFF65E630A}" type="parTrans" cxnId="{3EB5F65D-71B6-4E99-AD45-836B9025E8CF}">
      <dgm:prSet/>
      <dgm:spPr/>
      <dgm:t>
        <a:bodyPr/>
        <a:lstStyle/>
        <a:p>
          <a:endParaRPr lang="en-US"/>
        </a:p>
      </dgm:t>
    </dgm:pt>
    <dgm:pt modelId="{7DD47B85-5CF2-4990-8808-CBBD0E086635}" type="sibTrans" cxnId="{3EB5F65D-71B6-4E99-AD45-836B9025E8CF}">
      <dgm:prSet/>
      <dgm:spPr/>
      <dgm:t>
        <a:bodyPr/>
        <a:lstStyle/>
        <a:p>
          <a:endParaRPr lang="en-US"/>
        </a:p>
      </dgm:t>
    </dgm:pt>
    <dgm:pt modelId="{19E10642-91F5-42D0-94AE-2F54DB4F0F75}" type="pres">
      <dgm:prSet presAssocID="{CD2FC505-D835-4A8C-B847-4BB334C207E8}" presName="root" presStyleCnt="0">
        <dgm:presLayoutVars>
          <dgm:dir/>
          <dgm:resizeHandles val="exact"/>
        </dgm:presLayoutVars>
      </dgm:prSet>
      <dgm:spPr/>
    </dgm:pt>
    <dgm:pt modelId="{763161B0-0F63-40FD-9EF7-C63CBE3994E3}" type="pres">
      <dgm:prSet presAssocID="{F29EF585-8AED-4588-AADC-22BFD4ED7135}" presName="compNode" presStyleCnt="0"/>
      <dgm:spPr/>
    </dgm:pt>
    <dgm:pt modelId="{D394DC95-7FAC-4790-B816-502CB05F9C5A}" type="pres">
      <dgm:prSet presAssocID="{F29EF585-8AED-4588-AADC-22BFD4ED7135}" presName="bgRect" presStyleLbl="bgShp" presStyleIdx="0" presStyleCnt="3"/>
      <dgm:spPr/>
    </dgm:pt>
    <dgm:pt modelId="{29192348-8228-4111-8310-D88519180B3E}" type="pres">
      <dgm:prSet presAssocID="{F29EF585-8AED-4588-AADC-22BFD4ED713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6AD4EA3-5B88-4C33-869D-4BDB25A80829}" type="pres">
      <dgm:prSet presAssocID="{F29EF585-8AED-4588-AADC-22BFD4ED7135}" presName="spaceRect" presStyleCnt="0"/>
      <dgm:spPr/>
    </dgm:pt>
    <dgm:pt modelId="{7CA5F1A5-3883-4F23-9EE8-BF57C6A014B2}" type="pres">
      <dgm:prSet presAssocID="{F29EF585-8AED-4588-AADC-22BFD4ED7135}" presName="parTx" presStyleLbl="revTx" presStyleIdx="0" presStyleCnt="3">
        <dgm:presLayoutVars>
          <dgm:chMax val="0"/>
          <dgm:chPref val="0"/>
        </dgm:presLayoutVars>
      </dgm:prSet>
      <dgm:spPr/>
    </dgm:pt>
    <dgm:pt modelId="{DCED00E5-8846-4B57-ACA2-F4FC13C83457}" type="pres">
      <dgm:prSet presAssocID="{B71C7421-4A03-411F-83A6-A212FCDCC2C0}" presName="sibTrans" presStyleCnt="0"/>
      <dgm:spPr/>
    </dgm:pt>
    <dgm:pt modelId="{D3E9207E-5BAA-4C44-8690-7D8E4D1552DB}" type="pres">
      <dgm:prSet presAssocID="{CAD5DE50-E551-4C49-BC5D-98FC79AF5944}" presName="compNode" presStyleCnt="0"/>
      <dgm:spPr/>
    </dgm:pt>
    <dgm:pt modelId="{4B511EE4-3265-4094-A548-3CFBAD68912B}" type="pres">
      <dgm:prSet presAssocID="{CAD5DE50-E551-4C49-BC5D-98FC79AF5944}" presName="bgRect" presStyleLbl="bgShp" presStyleIdx="1" presStyleCnt="3"/>
      <dgm:spPr/>
    </dgm:pt>
    <dgm:pt modelId="{4CD6A613-41B8-400E-9E40-D3A914C97061}" type="pres">
      <dgm:prSet presAssocID="{CAD5DE50-E551-4C49-BC5D-98FC79AF594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eekTemple"/>
        </a:ext>
      </dgm:extLst>
    </dgm:pt>
    <dgm:pt modelId="{AFCFB8CC-4044-40F4-A6FE-AD12AD2E58CA}" type="pres">
      <dgm:prSet presAssocID="{CAD5DE50-E551-4C49-BC5D-98FC79AF5944}" presName="spaceRect" presStyleCnt="0"/>
      <dgm:spPr/>
    </dgm:pt>
    <dgm:pt modelId="{C653E485-4FD1-45BD-97DC-237D9E2227B8}" type="pres">
      <dgm:prSet presAssocID="{CAD5DE50-E551-4C49-BC5D-98FC79AF5944}" presName="parTx" presStyleLbl="revTx" presStyleIdx="1" presStyleCnt="3">
        <dgm:presLayoutVars>
          <dgm:chMax val="0"/>
          <dgm:chPref val="0"/>
        </dgm:presLayoutVars>
      </dgm:prSet>
      <dgm:spPr/>
    </dgm:pt>
    <dgm:pt modelId="{88262347-4F4A-4CC4-9D65-15CDA13AB746}" type="pres">
      <dgm:prSet presAssocID="{BF483356-C26D-45D6-9896-648C6FC32ABC}" presName="sibTrans" presStyleCnt="0"/>
      <dgm:spPr/>
    </dgm:pt>
    <dgm:pt modelId="{BBF25429-938E-4E1E-8BDA-9A119E7331D7}" type="pres">
      <dgm:prSet presAssocID="{DE9E7FB1-E27E-4B02-A5DF-71FC87C80E90}" presName="compNode" presStyleCnt="0"/>
      <dgm:spPr/>
    </dgm:pt>
    <dgm:pt modelId="{00CA2AF8-5EF3-48B3-A1BD-708088BB2617}" type="pres">
      <dgm:prSet presAssocID="{DE9E7FB1-E27E-4B02-A5DF-71FC87C80E90}" presName="bgRect" presStyleLbl="bgShp" presStyleIdx="2" presStyleCnt="3"/>
      <dgm:spPr/>
    </dgm:pt>
    <dgm:pt modelId="{16D34C50-9777-4634-BE04-27FF0AC21F00}" type="pres">
      <dgm:prSet presAssocID="{DE9E7FB1-E27E-4B02-A5DF-71FC87C80E9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sOn"/>
        </a:ext>
      </dgm:extLst>
    </dgm:pt>
    <dgm:pt modelId="{1F710D9A-B030-4963-8ED6-3E0F614B3E2E}" type="pres">
      <dgm:prSet presAssocID="{DE9E7FB1-E27E-4B02-A5DF-71FC87C80E90}" presName="spaceRect" presStyleCnt="0"/>
      <dgm:spPr/>
    </dgm:pt>
    <dgm:pt modelId="{29292A2F-9F30-4EF7-9940-0648C977D44A}" type="pres">
      <dgm:prSet presAssocID="{DE9E7FB1-E27E-4B02-A5DF-71FC87C80E9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B7EEA27-DE96-48E6-8A22-EBDCD9EDBFA8}" type="presOf" srcId="{F29EF585-8AED-4588-AADC-22BFD4ED7135}" destId="{7CA5F1A5-3883-4F23-9EE8-BF57C6A014B2}" srcOrd="0" destOrd="0" presId="urn:microsoft.com/office/officeart/2018/2/layout/IconVerticalSolidList"/>
    <dgm:cxn modelId="{3EB5F65D-71B6-4E99-AD45-836B9025E8CF}" srcId="{CD2FC505-D835-4A8C-B847-4BB334C207E8}" destId="{DE9E7FB1-E27E-4B02-A5DF-71FC87C80E90}" srcOrd="2" destOrd="0" parTransId="{B65651C6-4BAF-47CE-8FB7-DDFFF65E630A}" sibTransId="{7DD47B85-5CF2-4990-8808-CBBD0E086635}"/>
    <dgm:cxn modelId="{5E146472-AB93-487C-85D4-72A81ED3A498}" type="presOf" srcId="{CD2FC505-D835-4A8C-B847-4BB334C207E8}" destId="{19E10642-91F5-42D0-94AE-2F54DB4F0F75}" srcOrd="0" destOrd="0" presId="urn:microsoft.com/office/officeart/2018/2/layout/IconVerticalSolidList"/>
    <dgm:cxn modelId="{C7B85A55-025E-45F0-ACB8-9D21E31F0274}" type="presOf" srcId="{DE9E7FB1-E27E-4B02-A5DF-71FC87C80E90}" destId="{29292A2F-9F30-4EF7-9940-0648C977D44A}" srcOrd="0" destOrd="0" presId="urn:microsoft.com/office/officeart/2018/2/layout/IconVerticalSolidList"/>
    <dgm:cxn modelId="{55B3C695-5897-4C94-9924-6B1651C1E31F}" srcId="{CD2FC505-D835-4A8C-B847-4BB334C207E8}" destId="{CAD5DE50-E551-4C49-BC5D-98FC79AF5944}" srcOrd="1" destOrd="0" parTransId="{4EB4D225-E828-472C-8B9C-AE7206C6CBEB}" sibTransId="{BF483356-C26D-45D6-9896-648C6FC32ABC}"/>
    <dgm:cxn modelId="{FBE850A5-B178-4AE2-982A-17B0E79540DC}" type="presOf" srcId="{CAD5DE50-E551-4C49-BC5D-98FC79AF5944}" destId="{C653E485-4FD1-45BD-97DC-237D9E2227B8}" srcOrd="0" destOrd="0" presId="urn:microsoft.com/office/officeart/2018/2/layout/IconVerticalSolidList"/>
    <dgm:cxn modelId="{695D2DBA-F9B2-4E29-AAA2-FE4B19E860A9}" srcId="{CD2FC505-D835-4A8C-B847-4BB334C207E8}" destId="{F29EF585-8AED-4588-AADC-22BFD4ED7135}" srcOrd="0" destOrd="0" parTransId="{2F080F3D-C02E-4CEA-9E9C-E23B6A9D96C1}" sibTransId="{B71C7421-4A03-411F-83A6-A212FCDCC2C0}"/>
    <dgm:cxn modelId="{7D96904A-1514-42C2-A104-7CAEA7B5AE92}" type="presParOf" srcId="{19E10642-91F5-42D0-94AE-2F54DB4F0F75}" destId="{763161B0-0F63-40FD-9EF7-C63CBE3994E3}" srcOrd="0" destOrd="0" presId="urn:microsoft.com/office/officeart/2018/2/layout/IconVerticalSolidList"/>
    <dgm:cxn modelId="{715292F5-E2FA-4521-BB36-899F2BEDE72A}" type="presParOf" srcId="{763161B0-0F63-40FD-9EF7-C63CBE3994E3}" destId="{D394DC95-7FAC-4790-B816-502CB05F9C5A}" srcOrd="0" destOrd="0" presId="urn:microsoft.com/office/officeart/2018/2/layout/IconVerticalSolidList"/>
    <dgm:cxn modelId="{A9F1DF27-6ECF-4DEB-AC65-DE11F0FA5315}" type="presParOf" srcId="{763161B0-0F63-40FD-9EF7-C63CBE3994E3}" destId="{29192348-8228-4111-8310-D88519180B3E}" srcOrd="1" destOrd="0" presId="urn:microsoft.com/office/officeart/2018/2/layout/IconVerticalSolidList"/>
    <dgm:cxn modelId="{69198320-CC92-423C-843E-2BEDEE842AF9}" type="presParOf" srcId="{763161B0-0F63-40FD-9EF7-C63CBE3994E3}" destId="{A6AD4EA3-5B88-4C33-869D-4BDB25A80829}" srcOrd="2" destOrd="0" presId="urn:microsoft.com/office/officeart/2018/2/layout/IconVerticalSolidList"/>
    <dgm:cxn modelId="{E3850D37-ED49-4986-BD9A-F24DAB3DE07B}" type="presParOf" srcId="{763161B0-0F63-40FD-9EF7-C63CBE3994E3}" destId="{7CA5F1A5-3883-4F23-9EE8-BF57C6A014B2}" srcOrd="3" destOrd="0" presId="urn:microsoft.com/office/officeart/2018/2/layout/IconVerticalSolidList"/>
    <dgm:cxn modelId="{864F8FF9-5A9B-4B20-8A48-0B5D4787D3FA}" type="presParOf" srcId="{19E10642-91F5-42D0-94AE-2F54DB4F0F75}" destId="{DCED00E5-8846-4B57-ACA2-F4FC13C83457}" srcOrd="1" destOrd="0" presId="urn:microsoft.com/office/officeart/2018/2/layout/IconVerticalSolidList"/>
    <dgm:cxn modelId="{5263E645-594F-4721-B41B-A833FED28483}" type="presParOf" srcId="{19E10642-91F5-42D0-94AE-2F54DB4F0F75}" destId="{D3E9207E-5BAA-4C44-8690-7D8E4D1552DB}" srcOrd="2" destOrd="0" presId="urn:microsoft.com/office/officeart/2018/2/layout/IconVerticalSolidList"/>
    <dgm:cxn modelId="{31151DB2-E660-4A7C-9503-7090244D75AF}" type="presParOf" srcId="{D3E9207E-5BAA-4C44-8690-7D8E4D1552DB}" destId="{4B511EE4-3265-4094-A548-3CFBAD68912B}" srcOrd="0" destOrd="0" presId="urn:microsoft.com/office/officeart/2018/2/layout/IconVerticalSolidList"/>
    <dgm:cxn modelId="{133909B3-C748-4989-85E4-D5620A7CB162}" type="presParOf" srcId="{D3E9207E-5BAA-4C44-8690-7D8E4D1552DB}" destId="{4CD6A613-41B8-400E-9E40-D3A914C97061}" srcOrd="1" destOrd="0" presId="urn:microsoft.com/office/officeart/2018/2/layout/IconVerticalSolidList"/>
    <dgm:cxn modelId="{826A157B-B5A2-42A5-8153-D521F00D90C0}" type="presParOf" srcId="{D3E9207E-5BAA-4C44-8690-7D8E4D1552DB}" destId="{AFCFB8CC-4044-40F4-A6FE-AD12AD2E58CA}" srcOrd="2" destOrd="0" presId="urn:microsoft.com/office/officeart/2018/2/layout/IconVerticalSolidList"/>
    <dgm:cxn modelId="{DDC51ACD-0844-4F60-A6DA-07AF8B407EA8}" type="presParOf" srcId="{D3E9207E-5BAA-4C44-8690-7D8E4D1552DB}" destId="{C653E485-4FD1-45BD-97DC-237D9E2227B8}" srcOrd="3" destOrd="0" presId="urn:microsoft.com/office/officeart/2018/2/layout/IconVerticalSolidList"/>
    <dgm:cxn modelId="{0E837E63-70EF-42FD-9B97-C8A57751C93C}" type="presParOf" srcId="{19E10642-91F5-42D0-94AE-2F54DB4F0F75}" destId="{88262347-4F4A-4CC4-9D65-15CDA13AB746}" srcOrd="3" destOrd="0" presId="urn:microsoft.com/office/officeart/2018/2/layout/IconVerticalSolidList"/>
    <dgm:cxn modelId="{B85E1E63-3DD6-4ADD-9C8C-06A7AC73C824}" type="presParOf" srcId="{19E10642-91F5-42D0-94AE-2F54DB4F0F75}" destId="{BBF25429-938E-4E1E-8BDA-9A119E7331D7}" srcOrd="4" destOrd="0" presId="urn:microsoft.com/office/officeart/2018/2/layout/IconVerticalSolidList"/>
    <dgm:cxn modelId="{CE160628-646D-4E7D-8B73-E30F6ADAF8EC}" type="presParOf" srcId="{BBF25429-938E-4E1E-8BDA-9A119E7331D7}" destId="{00CA2AF8-5EF3-48B3-A1BD-708088BB2617}" srcOrd="0" destOrd="0" presId="urn:microsoft.com/office/officeart/2018/2/layout/IconVerticalSolidList"/>
    <dgm:cxn modelId="{F7B322C5-5B98-4E64-BB28-C8AA7254A057}" type="presParOf" srcId="{BBF25429-938E-4E1E-8BDA-9A119E7331D7}" destId="{16D34C50-9777-4634-BE04-27FF0AC21F00}" srcOrd="1" destOrd="0" presId="urn:microsoft.com/office/officeart/2018/2/layout/IconVerticalSolidList"/>
    <dgm:cxn modelId="{BC59D23F-3B3D-4C81-A0D0-8E9D78C251AB}" type="presParOf" srcId="{BBF25429-938E-4E1E-8BDA-9A119E7331D7}" destId="{1F710D9A-B030-4963-8ED6-3E0F614B3E2E}" srcOrd="2" destOrd="0" presId="urn:microsoft.com/office/officeart/2018/2/layout/IconVerticalSolidList"/>
    <dgm:cxn modelId="{71A5D984-561B-42A9-A031-F8C45C3AEA43}" type="presParOf" srcId="{BBF25429-938E-4E1E-8BDA-9A119E7331D7}" destId="{29292A2F-9F30-4EF7-9940-0648C977D4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0374A9-02D2-4B8C-B960-9D52CE90C7BE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75A0C8-2B69-4453-BB99-CA93C4CAA6C9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84364-C22D-4ADE-9184-A947A1ECAAF9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/>
            <a:t>1.Existe um botão físico nos telemóveis para fazer chamadas</a:t>
          </a:r>
          <a:endParaRPr lang="en-US" sz="2500" kern="1200"/>
        </a:p>
      </dsp:txBody>
      <dsp:txXfrm>
        <a:off x="1686304" y="623"/>
        <a:ext cx="5530111" cy="1460003"/>
      </dsp:txXfrm>
    </dsp:sp>
    <dsp:sp modelId="{6159E380-66F1-4471-83F3-FCF6C9800523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31C20-E72C-4FFA-9B82-1B310CB33523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E23DB0-273E-472D-AA68-E8ABCAC3584B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/>
            <a:t>V</a:t>
          </a:r>
          <a:endParaRPr lang="en-US" sz="2500" kern="1200"/>
        </a:p>
      </dsp:txBody>
      <dsp:txXfrm>
        <a:off x="1686304" y="1825628"/>
        <a:ext cx="5530111" cy="1460003"/>
      </dsp:txXfrm>
    </dsp:sp>
    <dsp:sp modelId="{D7C20A4D-AF5F-494C-9ED7-4A7967FB22E1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42EE01-FDD2-49A0-8E1D-76290DCD8C68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9342C-41D7-4B41-BA49-0B7202491869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/>
            <a:t>F</a:t>
          </a:r>
          <a:endParaRPr lang="en-US" sz="2500" kern="1200"/>
        </a:p>
      </dsp:txBody>
      <dsp:txXfrm>
        <a:off x="1686304" y="3650632"/>
        <a:ext cx="5530111" cy="146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7A862-1380-4EB5-B352-F37A5F4A2D0D}">
      <dsp:nvSpPr>
        <dsp:cNvPr id="0" name=""/>
        <dsp:cNvSpPr/>
      </dsp:nvSpPr>
      <dsp:spPr>
        <a:xfrm>
          <a:off x="700214" y="226933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A2100B-3C71-4CB1-9C63-CC6D25626C57}">
      <dsp:nvSpPr>
        <dsp:cNvPr id="0" name=""/>
        <dsp:cNvSpPr/>
      </dsp:nvSpPr>
      <dsp:spPr>
        <a:xfrm>
          <a:off x="1117027" y="643746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74C03-F738-4589-B7F5-FD7114D749E0}">
      <dsp:nvSpPr>
        <dsp:cNvPr id="0" name=""/>
        <dsp:cNvSpPr/>
      </dsp:nvSpPr>
      <dsp:spPr>
        <a:xfrm>
          <a:off x="74995" y="2791934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PT" sz="2600" kern="1200"/>
            <a:t>O email usa internet</a:t>
          </a:r>
          <a:endParaRPr lang="en-US" sz="2600" kern="1200"/>
        </a:p>
      </dsp:txBody>
      <dsp:txXfrm>
        <a:off x="74995" y="2791934"/>
        <a:ext cx="3206250" cy="720000"/>
      </dsp:txXfrm>
    </dsp:sp>
    <dsp:sp modelId="{054C50EB-602A-4B02-8AD7-9B0753B1EC52}">
      <dsp:nvSpPr>
        <dsp:cNvPr id="0" name=""/>
        <dsp:cNvSpPr/>
      </dsp:nvSpPr>
      <dsp:spPr>
        <a:xfrm>
          <a:off x="4467558" y="226933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AB68D-555A-4583-B10D-0AA92C3E0996}">
      <dsp:nvSpPr>
        <dsp:cNvPr id="0" name=""/>
        <dsp:cNvSpPr/>
      </dsp:nvSpPr>
      <dsp:spPr>
        <a:xfrm>
          <a:off x="4884370" y="643746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FB325-1BDC-43B6-89D3-F91BB9D94114}">
      <dsp:nvSpPr>
        <dsp:cNvPr id="0" name=""/>
        <dsp:cNvSpPr/>
      </dsp:nvSpPr>
      <dsp:spPr>
        <a:xfrm>
          <a:off x="3842339" y="2791934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PT" sz="2600" kern="1200"/>
            <a:t>V</a:t>
          </a:r>
          <a:endParaRPr lang="en-US" sz="2600" kern="1200"/>
        </a:p>
      </dsp:txBody>
      <dsp:txXfrm>
        <a:off x="3842339" y="2791934"/>
        <a:ext cx="3206250" cy="720000"/>
      </dsp:txXfrm>
    </dsp:sp>
    <dsp:sp modelId="{F7B0CCAB-EDF9-450A-8B23-4A8FFB608296}">
      <dsp:nvSpPr>
        <dsp:cNvPr id="0" name=""/>
        <dsp:cNvSpPr/>
      </dsp:nvSpPr>
      <dsp:spPr>
        <a:xfrm>
          <a:off x="8234902" y="226933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13C627-8C1D-4517-B02D-852C8551C5FE}">
      <dsp:nvSpPr>
        <dsp:cNvPr id="0" name=""/>
        <dsp:cNvSpPr/>
      </dsp:nvSpPr>
      <dsp:spPr>
        <a:xfrm>
          <a:off x="8651714" y="643746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CC7FB-F1A4-4EA4-830E-C268B349CA87}">
      <dsp:nvSpPr>
        <dsp:cNvPr id="0" name=""/>
        <dsp:cNvSpPr/>
      </dsp:nvSpPr>
      <dsp:spPr>
        <a:xfrm>
          <a:off x="7609683" y="2791934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PT" sz="2600" kern="1200"/>
            <a:t>F</a:t>
          </a:r>
          <a:endParaRPr lang="en-US" sz="2600" kern="1200"/>
        </a:p>
      </dsp:txBody>
      <dsp:txXfrm>
        <a:off x="7609683" y="2791934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94DC95-7FAC-4790-B816-502CB05F9C5A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192348-8228-4111-8310-D88519180B3E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5F1A5-3883-4F23-9EE8-BF57C6A014B2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/>
            <a:t>O teu telemóvel liga para o112 sem cartão </a:t>
          </a:r>
          <a:endParaRPr lang="en-US" sz="2500" kern="1200"/>
        </a:p>
      </dsp:txBody>
      <dsp:txXfrm>
        <a:off x="1686304" y="623"/>
        <a:ext cx="5530111" cy="1460003"/>
      </dsp:txXfrm>
    </dsp:sp>
    <dsp:sp modelId="{4B511EE4-3265-4094-A548-3CFBAD68912B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D6A613-41B8-400E-9E40-D3A914C97061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3E485-4FD1-45BD-97DC-237D9E2227B8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/>
            <a:t>V</a:t>
          </a:r>
          <a:endParaRPr lang="en-US" sz="2500" kern="1200"/>
        </a:p>
      </dsp:txBody>
      <dsp:txXfrm>
        <a:off x="1686304" y="1825628"/>
        <a:ext cx="5530111" cy="1460003"/>
      </dsp:txXfrm>
    </dsp:sp>
    <dsp:sp modelId="{00CA2AF8-5EF3-48B3-A1BD-708088BB2617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D34C50-9777-4634-BE04-27FF0AC21F00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92A2F-9F30-4EF7-9940-0648C977D44A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/>
            <a:t>F</a:t>
          </a:r>
          <a:endParaRPr lang="en-US" sz="2500" kern="1200"/>
        </a:p>
      </dsp:txBody>
      <dsp:txXfrm>
        <a:off x="1686304" y="3650632"/>
        <a:ext cx="5530111" cy="14600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66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7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05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53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7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64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0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63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26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09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560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576">
          <p15:clr>
            <a:srgbClr val="F26B43"/>
          </p15:clr>
        </p15:guide>
        <p15:guide id="10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C104BF-FC53-AE98-1A07-D2F44360D4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0633" r="9085" b="13419"/>
          <a:stretch>
            <a:fillRect/>
          </a:stretch>
        </p:blipFill>
        <p:spPr>
          <a:xfrm>
            <a:off x="942798" y="-650049"/>
            <a:ext cx="12191980" cy="685784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pt-PT" sz="6000" dirty="0">
                <a:solidFill>
                  <a:srgbClr val="FFFFFF"/>
                </a:solidFill>
              </a:rPr>
              <a:t>Td1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pt-PT">
                <a:solidFill>
                  <a:srgbClr val="FFFFFF"/>
                </a:solidFill>
              </a:rPr>
              <a:t>TD1 
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1809D41B-250C-3FB6-421B-7B9EBB330B00}"/>
              </a:ext>
            </a:extLst>
          </p:cNvPr>
          <p:cNvSpPr txBox="1"/>
          <p:nvPr/>
        </p:nvSpPr>
        <p:spPr>
          <a:xfrm>
            <a:off x="754743" y="493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17373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pt-PT" sz="3600"/>
              <a:t>P1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BC10AA9D-616B-DDC6-DECB-F4E36C995A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95906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5505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pt-PT" dirty="0"/>
              <a:t>P2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3AB52068-EB61-46A2-279F-7FDB58963A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2529779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383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pt-PT" sz="3600"/>
              <a:t>P3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15A09057-3467-33BB-53D1-96A0D2A526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608544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288027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Ecrã Panorâmico</PresentationFormat>
  <Paragraphs>14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5" baseType="lpstr">
      <vt:lpstr>DashVTI</vt:lpstr>
      <vt:lpstr>Td1</vt:lpstr>
      <vt:lpstr>P1</vt:lpstr>
      <vt:lpstr>P2</vt:lpstr>
      <vt:lpstr>P3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Td1</dc:title>
  <dc:creator>João Tiago dos Santos Martins Monteiro</dc:creator>
  <cp:lastModifiedBy>João Tiago dos Santos Martins Monteiro</cp:lastModifiedBy>
  <cp:revision>2</cp:revision>
  <dcterms:created xsi:type="dcterms:W3CDTF">2026-08-28T11:16:23Z</dcterms:created>
  <dcterms:modified xsi:type="dcterms:W3CDTF">2026-08-31T10:59:18Z</dcterms:modified>
</cp:coreProperties>
</file>