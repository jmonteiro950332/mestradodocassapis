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78" r:id="rId3"/>
    <p:sldId id="279" r:id="rId4"/>
    <p:sldId id="280" r:id="rId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58"/>
  </p:normalViewPr>
  <p:slideViewPr>
    <p:cSldViewPr snapToGrid="0">
      <p:cViewPr varScale="1">
        <p:scale>
          <a:sx n="88" d="100"/>
          <a:sy n="88" d="100"/>
        </p:scale>
        <p:origin x="200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8992C4F-F3CD-49B6-9CBC-51C446C53F93}" type="doc">
      <dgm:prSet loTypeId="urn:microsoft.com/office/officeart/2018/2/layout/IconVerticalSolidList" loCatId="icon" qsTypeId="urn:microsoft.com/office/officeart/2005/8/quickstyle/simple1#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5B3DD91-3A5F-46B7-BDF2-7B366CC66E7B}">
      <dgm:prSet/>
      <dgm:spPr/>
      <dgm:t>
        <a:bodyPr/>
        <a:lstStyle/>
        <a:p>
          <a:pPr>
            <a:lnSpc>
              <a:spcPct val="100000"/>
            </a:lnSpc>
          </a:pPr>
          <a:r>
            <a:rPr lang="pt-PT" dirty="0"/>
            <a:t>1O </a:t>
          </a:r>
          <a:r>
            <a:rPr lang="pt-PT" dirty="0" err="1"/>
            <a:t>arduino</a:t>
          </a:r>
          <a:r>
            <a:rPr lang="pt-PT" dirty="0"/>
            <a:t> usa</a:t>
          </a:r>
          <a:endParaRPr lang="en-US" dirty="0"/>
        </a:p>
      </dgm:t>
    </dgm:pt>
    <dgm:pt modelId="{0FCA2C2D-8C9D-4BDD-80C3-8051B01359FF}" type="parTrans" cxnId="{812F6727-7CEE-42B9-B997-2961D47B7009}">
      <dgm:prSet/>
      <dgm:spPr/>
      <dgm:t>
        <a:bodyPr/>
        <a:lstStyle/>
        <a:p>
          <a:endParaRPr lang="en-US"/>
        </a:p>
      </dgm:t>
    </dgm:pt>
    <dgm:pt modelId="{12E80F0D-B3F9-47AB-BF41-2B35239E7F3E}" type="sibTrans" cxnId="{812F6727-7CEE-42B9-B997-2961D47B7009}">
      <dgm:prSet/>
      <dgm:spPr/>
      <dgm:t>
        <a:bodyPr/>
        <a:lstStyle/>
        <a:p>
          <a:endParaRPr lang="en-US"/>
        </a:p>
      </dgm:t>
    </dgm:pt>
    <dgm:pt modelId="{0A2B89CE-0FA5-4C0B-9A68-FC17D6B84BA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a)C++ </a:t>
          </a:r>
          <a:r>
            <a:rPr lang="en-US" dirty="0" err="1"/>
            <a:t>modificado</a:t>
          </a:r>
          <a:endParaRPr lang="en-US" dirty="0"/>
        </a:p>
      </dgm:t>
    </dgm:pt>
    <dgm:pt modelId="{74F7193F-25B8-4E8C-935A-98999140ED58}" type="parTrans" cxnId="{DF672B67-9E4C-42DE-80DC-2127E486C98B}">
      <dgm:prSet/>
      <dgm:spPr/>
      <dgm:t>
        <a:bodyPr/>
        <a:lstStyle/>
        <a:p>
          <a:endParaRPr lang="en-US"/>
        </a:p>
      </dgm:t>
    </dgm:pt>
    <dgm:pt modelId="{F81735A8-B251-4B2E-886F-645D1523BFEF}" type="sibTrans" cxnId="{DF672B67-9E4C-42DE-80DC-2127E486C98B}">
      <dgm:prSet/>
      <dgm:spPr/>
      <dgm:t>
        <a:bodyPr/>
        <a:lstStyle/>
        <a:p>
          <a:endParaRPr lang="en-US"/>
        </a:p>
      </dgm:t>
    </dgm:pt>
    <dgm:pt modelId="{B0352641-DAE0-6745-ABE1-2CDA666F866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b)C </a:t>
          </a:r>
          <a:r>
            <a:rPr lang="en-US" dirty="0" err="1"/>
            <a:t>modificado</a:t>
          </a:r>
          <a:endParaRPr lang="en-US" dirty="0"/>
        </a:p>
      </dgm:t>
    </dgm:pt>
    <dgm:pt modelId="{69D33C5E-510E-1245-B93B-55CF8BA68AFC}" type="parTrans" cxnId="{38EBE870-915E-804B-AF79-21B360B66D5E}">
      <dgm:prSet/>
      <dgm:spPr/>
    </dgm:pt>
    <dgm:pt modelId="{B930BBFD-F119-4845-A37B-0B0AAA3F98EB}" type="sibTrans" cxnId="{38EBE870-915E-804B-AF79-21B360B66D5E}">
      <dgm:prSet/>
      <dgm:spPr/>
    </dgm:pt>
    <dgm:pt modelId="{0EBE919C-C445-4545-8313-0794F0246844}" type="pres">
      <dgm:prSet presAssocID="{58992C4F-F3CD-49B6-9CBC-51C446C53F93}" presName="root" presStyleCnt="0">
        <dgm:presLayoutVars>
          <dgm:dir/>
          <dgm:resizeHandles val="exact"/>
        </dgm:presLayoutVars>
      </dgm:prSet>
      <dgm:spPr/>
    </dgm:pt>
    <dgm:pt modelId="{EC186123-6524-478C-9275-4DF97C63C711}" type="pres">
      <dgm:prSet presAssocID="{75B3DD91-3A5F-46B7-BDF2-7B366CC66E7B}" presName="compNode" presStyleCnt="0"/>
      <dgm:spPr/>
    </dgm:pt>
    <dgm:pt modelId="{090374A9-02D2-4B8C-B960-9D52CE90C7BE}" type="pres">
      <dgm:prSet presAssocID="{75B3DD91-3A5F-46B7-BDF2-7B366CC66E7B}" presName="bgRect" presStyleLbl="bgShp" presStyleIdx="0" presStyleCnt="3"/>
      <dgm:spPr/>
    </dgm:pt>
    <dgm:pt modelId="{E975A0C8-2B69-4453-BB99-CA93C4CAA6C9}" type="pres">
      <dgm:prSet presAssocID="{75B3DD91-3A5F-46B7-BDF2-7B366CC66E7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phones"/>
        </a:ext>
      </dgm:extLst>
    </dgm:pt>
    <dgm:pt modelId="{984D6851-4C9C-4DD3-A42F-B09EE7FB865C}" type="pres">
      <dgm:prSet presAssocID="{75B3DD91-3A5F-46B7-BDF2-7B366CC66E7B}" presName="spaceRect" presStyleCnt="0"/>
      <dgm:spPr/>
    </dgm:pt>
    <dgm:pt modelId="{E3084364-C22D-4ADE-9184-A947A1ECAAF9}" type="pres">
      <dgm:prSet presAssocID="{75B3DD91-3A5F-46B7-BDF2-7B366CC66E7B}" presName="parTx" presStyleLbl="revTx" presStyleIdx="0" presStyleCnt="3">
        <dgm:presLayoutVars>
          <dgm:chMax val="0"/>
          <dgm:chPref val="0"/>
        </dgm:presLayoutVars>
      </dgm:prSet>
      <dgm:spPr/>
    </dgm:pt>
    <dgm:pt modelId="{21A32AFA-49CC-41E7-A9B5-B740149FD182}" type="pres">
      <dgm:prSet presAssocID="{12E80F0D-B3F9-47AB-BF41-2B35239E7F3E}" presName="sibTrans" presStyleCnt="0"/>
      <dgm:spPr/>
    </dgm:pt>
    <dgm:pt modelId="{3A0F6BE9-0B1B-4543-BC57-384D42616957}" type="pres">
      <dgm:prSet presAssocID="{0A2B89CE-0FA5-4C0B-9A68-FC17D6B84BA6}" presName="compNode" presStyleCnt="0"/>
      <dgm:spPr/>
    </dgm:pt>
    <dgm:pt modelId="{D7C20A4D-AF5F-494C-9ED7-4A7967FB22E1}" type="pres">
      <dgm:prSet presAssocID="{0A2B89CE-0FA5-4C0B-9A68-FC17D6B84BA6}" presName="bgRect" presStyleLbl="bgShp" presStyleIdx="1" presStyleCnt="3"/>
      <dgm:spPr/>
    </dgm:pt>
    <dgm:pt modelId="{0A42EE01-FDD2-49A0-8E1D-76290DCD8C68}" type="pres">
      <dgm:prSet presAssocID="{0A2B89CE-0FA5-4C0B-9A68-FC17D6B84BA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sOn"/>
        </a:ext>
      </dgm:extLst>
    </dgm:pt>
    <dgm:pt modelId="{23E3B598-5EA5-4389-A5FB-9064747E76D6}" type="pres">
      <dgm:prSet presAssocID="{0A2B89CE-0FA5-4C0B-9A68-FC17D6B84BA6}" presName="spaceRect" presStyleCnt="0"/>
      <dgm:spPr/>
    </dgm:pt>
    <dgm:pt modelId="{D959342C-41D7-4B41-BA49-0B7202491869}" type="pres">
      <dgm:prSet presAssocID="{0A2B89CE-0FA5-4C0B-9A68-FC17D6B84BA6}" presName="parTx" presStyleLbl="revTx" presStyleIdx="1" presStyleCnt="3">
        <dgm:presLayoutVars>
          <dgm:chMax val="0"/>
          <dgm:chPref val="0"/>
        </dgm:presLayoutVars>
      </dgm:prSet>
      <dgm:spPr/>
    </dgm:pt>
    <dgm:pt modelId="{F2BC49B2-0563-BA41-806D-9C671203D00A}" type="pres">
      <dgm:prSet presAssocID="{F81735A8-B251-4B2E-886F-645D1523BFEF}" presName="sibTrans" presStyleCnt="0"/>
      <dgm:spPr/>
    </dgm:pt>
    <dgm:pt modelId="{69E58966-2940-344C-A248-F15C473915CF}" type="pres">
      <dgm:prSet presAssocID="{B0352641-DAE0-6745-ABE1-2CDA666F8665}" presName="compNode" presStyleCnt="0"/>
      <dgm:spPr/>
    </dgm:pt>
    <dgm:pt modelId="{DFCCE03F-A548-6D4B-BAED-462719AF8F69}" type="pres">
      <dgm:prSet presAssocID="{B0352641-DAE0-6745-ABE1-2CDA666F8665}" presName="bgRect" presStyleLbl="bgShp" presStyleIdx="2" presStyleCnt="3"/>
      <dgm:spPr/>
    </dgm:pt>
    <dgm:pt modelId="{AABDDFD0-6BF8-0B4A-BB65-420C79661D66}" type="pres">
      <dgm:prSet presAssocID="{B0352641-DAE0-6745-ABE1-2CDA666F8665}" presName="iconRect" presStyleLbl="node1" presStyleIdx="2" presStyleCnt="3"/>
      <dgm:spPr/>
    </dgm:pt>
    <dgm:pt modelId="{F7ABF926-7E72-754F-B193-F91DB16C2820}" type="pres">
      <dgm:prSet presAssocID="{B0352641-DAE0-6745-ABE1-2CDA666F8665}" presName="spaceRect" presStyleCnt="0"/>
      <dgm:spPr/>
    </dgm:pt>
    <dgm:pt modelId="{DFFB19B3-8D5A-F046-96F0-3A7CAC003B02}" type="pres">
      <dgm:prSet presAssocID="{B0352641-DAE0-6745-ABE1-2CDA666F866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12F6727-7CEE-42B9-B997-2961D47B7009}" srcId="{58992C4F-F3CD-49B6-9CBC-51C446C53F93}" destId="{75B3DD91-3A5F-46B7-BDF2-7B366CC66E7B}" srcOrd="0" destOrd="0" parTransId="{0FCA2C2D-8C9D-4BDD-80C3-8051B01359FF}" sibTransId="{12E80F0D-B3F9-47AB-BF41-2B35239E7F3E}"/>
    <dgm:cxn modelId="{C817FF60-FE20-4C9F-9F7C-121C4878103C}" type="presOf" srcId="{75B3DD91-3A5F-46B7-BDF2-7B366CC66E7B}" destId="{E3084364-C22D-4ADE-9184-A947A1ECAAF9}" srcOrd="0" destOrd="0" presId="urn:microsoft.com/office/officeart/2018/2/layout/IconVerticalSolidList"/>
    <dgm:cxn modelId="{DF672B67-9E4C-42DE-80DC-2127E486C98B}" srcId="{58992C4F-F3CD-49B6-9CBC-51C446C53F93}" destId="{0A2B89CE-0FA5-4C0B-9A68-FC17D6B84BA6}" srcOrd="1" destOrd="0" parTransId="{74F7193F-25B8-4E8C-935A-98999140ED58}" sibTransId="{F81735A8-B251-4B2E-886F-645D1523BFEF}"/>
    <dgm:cxn modelId="{38EBE870-915E-804B-AF79-21B360B66D5E}" srcId="{58992C4F-F3CD-49B6-9CBC-51C446C53F93}" destId="{B0352641-DAE0-6745-ABE1-2CDA666F8665}" srcOrd="2" destOrd="0" parTransId="{69D33C5E-510E-1245-B93B-55CF8BA68AFC}" sibTransId="{B930BBFD-F119-4845-A37B-0B0AAA3F98EB}"/>
    <dgm:cxn modelId="{AA64B283-4F7B-224E-B421-83D7188CDC28}" type="presOf" srcId="{B0352641-DAE0-6745-ABE1-2CDA666F8665}" destId="{DFFB19B3-8D5A-F046-96F0-3A7CAC003B02}" srcOrd="0" destOrd="0" presId="urn:microsoft.com/office/officeart/2018/2/layout/IconVerticalSolidList"/>
    <dgm:cxn modelId="{6161C6A8-8A54-40A9-9020-1A0555BA00FE}" type="presOf" srcId="{58992C4F-F3CD-49B6-9CBC-51C446C53F93}" destId="{0EBE919C-C445-4545-8313-0794F0246844}" srcOrd="0" destOrd="0" presId="urn:microsoft.com/office/officeart/2018/2/layout/IconVerticalSolidList"/>
    <dgm:cxn modelId="{AF3270A9-B713-4C5F-B0BC-845C41E5E075}" type="presOf" srcId="{0A2B89CE-0FA5-4C0B-9A68-FC17D6B84BA6}" destId="{D959342C-41D7-4B41-BA49-0B7202491869}" srcOrd="0" destOrd="0" presId="urn:microsoft.com/office/officeart/2018/2/layout/IconVerticalSolidList"/>
    <dgm:cxn modelId="{32A24171-5DE0-4FDF-B722-795ABFC6A490}" type="presParOf" srcId="{0EBE919C-C445-4545-8313-0794F0246844}" destId="{EC186123-6524-478C-9275-4DF97C63C711}" srcOrd="0" destOrd="0" presId="urn:microsoft.com/office/officeart/2018/2/layout/IconVerticalSolidList"/>
    <dgm:cxn modelId="{68BED0FF-BE3E-40B0-941B-E61204396FB5}" type="presParOf" srcId="{EC186123-6524-478C-9275-4DF97C63C711}" destId="{090374A9-02D2-4B8C-B960-9D52CE90C7BE}" srcOrd="0" destOrd="0" presId="urn:microsoft.com/office/officeart/2018/2/layout/IconVerticalSolidList"/>
    <dgm:cxn modelId="{5E4807F4-3EE6-4412-8E43-7B4E34C4E225}" type="presParOf" srcId="{EC186123-6524-478C-9275-4DF97C63C711}" destId="{E975A0C8-2B69-4453-BB99-CA93C4CAA6C9}" srcOrd="1" destOrd="0" presId="urn:microsoft.com/office/officeart/2018/2/layout/IconVerticalSolidList"/>
    <dgm:cxn modelId="{BCAAA9BE-8D23-47C1-A506-1FB2A909C3C9}" type="presParOf" srcId="{EC186123-6524-478C-9275-4DF97C63C711}" destId="{984D6851-4C9C-4DD3-A42F-B09EE7FB865C}" srcOrd="2" destOrd="0" presId="urn:microsoft.com/office/officeart/2018/2/layout/IconVerticalSolidList"/>
    <dgm:cxn modelId="{B768F139-0B1B-42B3-9823-447288ED278B}" type="presParOf" srcId="{EC186123-6524-478C-9275-4DF97C63C711}" destId="{E3084364-C22D-4ADE-9184-A947A1ECAAF9}" srcOrd="3" destOrd="0" presId="urn:microsoft.com/office/officeart/2018/2/layout/IconVerticalSolidList"/>
    <dgm:cxn modelId="{F7AFBC42-2A63-4446-BE3F-D15A7E432AA8}" type="presParOf" srcId="{0EBE919C-C445-4545-8313-0794F0246844}" destId="{21A32AFA-49CC-41E7-A9B5-B740149FD182}" srcOrd="1" destOrd="0" presId="urn:microsoft.com/office/officeart/2018/2/layout/IconVerticalSolidList"/>
    <dgm:cxn modelId="{99C9CD92-EBAA-4F86-83D5-AF3A1FBD2450}" type="presParOf" srcId="{0EBE919C-C445-4545-8313-0794F0246844}" destId="{3A0F6BE9-0B1B-4543-BC57-384D42616957}" srcOrd="2" destOrd="0" presId="urn:microsoft.com/office/officeart/2018/2/layout/IconVerticalSolidList"/>
    <dgm:cxn modelId="{FDB58769-842F-401A-9CF8-1F91FE450E6E}" type="presParOf" srcId="{3A0F6BE9-0B1B-4543-BC57-384D42616957}" destId="{D7C20A4D-AF5F-494C-9ED7-4A7967FB22E1}" srcOrd="0" destOrd="0" presId="urn:microsoft.com/office/officeart/2018/2/layout/IconVerticalSolidList"/>
    <dgm:cxn modelId="{70ACFCC8-FC4B-4C71-B5ED-9191AB8BB432}" type="presParOf" srcId="{3A0F6BE9-0B1B-4543-BC57-384D42616957}" destId="{0A42EE01-FDD2-49A0-8E1D-76290DCD8C68}" srcOrd="1" destOrd="0" presId="urn:microsoft.com/office/officeart/2018/2/layout/IconVerticalSolidList"/>
    <dgm:cxn modelId="{06851BE9-3A7F-4843-8C40-AD019BE60AB7}" type="presParOf" srcId="{3A0F6BE9-0B1B-4543-BC57-384D42616957}" destId="{23E3B598-5EA5-4389-A5FB-9064747E76D6}" srcOrd="2" destOrd="0" presId="urn:microsoft.com/office/officeart/2018/2/layout/IconVerticalSolidList"/>
    <dgm:cxn modelId="{CE316A1B-0A5C-47A5-9C03-91D962B06C4D}" type="presParOf" srcId="{3A0F6BE9-0B1B-4543-BC57-384D42616957}" destId="{D959342C-41D7-4B41-BA49-0B7202491869}" srcOrd="3" destOrd="0" presId="urn:microsoft.com/office/officeart/2018/2/layout/IconVerticalSolidList"/>
    <dgm:cxn modelId="{507BB4FE-B4FF-7A46-B4B3-EA31FA1A6F43}" type="presParOf" srcId="{0EBE919C-C445-4545-8313-0794F0246844}" destId="{F2BC49B2-0563-BA41-806D-9C671203D00A}" srcOrd="3" destOrd="0" presId="urn:microsoft.com/office/officeart/2018/2/layout/IconVerticalSolidList"/>
    <dgm:cxn modelId="{57767B50-2B97-134D-B77C-DB8B81154B08}" type="presParOf" srcId="{0EBE919C-C445-4545-8313-0794F0246844}" destId="{69E58966-2940-344C-A248-F15C473915CF}" srcOrd="4" destOrd="0" presId="urn:microsoft.com/office/officeart/2018/2/layout/IconVerticalSolidList"/>
    <dgm:cxn modelId="{692E0DC4-B996-F549-B07F-265DB7716049}" type="presParOf" srcId="{69E58966-2940-344C-A248-F15C473915CF}" destId="{DFCCE03F-A548-6D4B-BAED-462719AF8F69}" srcOrd="0" destOrd="0" presId="urn:microsoft.com/office/officeart/2018/2/layout/IconVerticalSolidList"/>
    <dgm:cxn modelId="{8A006F8A-88D0-9746-B0C5-CE8F0796E1ED}" type="presParOf" srcId="{69E58966-2940-344C-A248-F15C473915CF}" destId="{AABDDFD0-6BF8-0B4A-BB65-420C79661D66}" srcOrd="1" destOrd="0" presId="urn:microsoft.com/office/officeart/2018/2/layout/IconVerticalSolidList"/>
    <dgm:cxn modelId="{24AFF76E-CE31-BE41-BC2E-3DB289EB44FE}" type="presParOf" srcId="{69E58966-2940-344C-A248-F15C473915CF}" destId="{F7ABF926-7E72-754F-B193-F91DB16C2820}" srcOrd="2" destOrd="0" presId="urn:microsoft.com/office/officeart/2018/2/layout/IconVerticalSolidList"/>
    <dgm:cxn modelId="{3D53DF93-8596-AE45-8738-D64D7D9EED72}" type="presParOf" srcId="{69E58966-2940-344C-A248-F15C473915CF}" destId="{DFFB19B3-8D5A-F046-96F0-3A7CAC003B0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E869B83-8BF8-418A-8F4F-5E5344256811}" type="doc">
      <dgm:prSet loTypeId="urn:microsoft.com/office/officeart/2018/5/layout/IconLeafLabelList" loCatId="icon" qsTypeId="urn:microsoft.com/office/officeart/2005/8/quickstyle/simple1#2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3E10E3C-9593-4D8D-84F3-4B52E34596FF}">
      <dgm:prSet/>
      <dgm:spPr/>
      <dgm:t>
        <a:bodyPr/>
        <a:lstStyle/>
        <a:p>
          <a:pPr>
            <a:defRPr cap="all"/>
          </a:pPr>
          <a:r>
            <a:rPr lang="pt-PT" dirty="0"/>
            <a:t>V</a:t>
          </a:r>
          <a:endParaRPr lang="en-US" dirty="0"/>
        </a:p>
      </dgm:t>
    </dgm:pt>
    <dgm:pt modelId="{14190A1F-3ABE-42EC-A3F3-E9CDF5C63C4F}" type="sibTrans" cxnId="{2AC30BD6-09E3-4ACE-9870-D796EB289C34}">
      <dgm:prSet/>
      <dgm:spPr/>
      <dgm:t>
        <a:bodyPr/>
        <a:lstStyle/>
        <a:p>
          <a:endParaRPr lang="en-US"/>
        </a:p>
      </dgm:t>
    </dgm:pt>
    <dgm:pt modelId="{A3AF91D1-78C6-472E-BCDA-B3263E3E21F9}" type="parTrans" cxnId="{2AC30BD6-09E3-4ACE-9870-D796EB289C34}">
      <dgm:prSet/>
      <dgm:spPr/>
      <dgm:t>
        <a:bodyPr/>
        <a:lstStyle/>
        <a:p>
          <a:endParaRPr lang="en-US"/>
        </a:p>
      </dgm:t>
    </dgm:pt>
    <dgm:pt modelId="{961DA755-16E1-4D05-8594-595C76E735D9}">
      <dgm:prSet/>
      <dgm:spPr/>
      <dgm:t>
        <a:bodyPr/>
        <a:lstStyle/>
        <a:p>
          <a:pPr>
            <a:defRPr cap="all"/>
          </a:pPr>
          <a:r>
            <a:rPr lang="pt-PT" dirty="0"/>
            <a:t>F</a:t>
          </a:r>
          <a:endParaRPr lang="en-US" dirty="0"/>
        </a:p>
      </dgm:t>
    </dgm:pt>
    <dgm:pt modelId="{ACD1F5B0-2CB7-4D32-8E2B-BFC6137A8230}" type="sibTrans" cxnId="{344E738C-7D85-46B7-B540-3DEDA6184828}">
      <dgm:prSet/>
      <dgm:spPr/>
      <dgm:t>
        <a:bodyPr/>
        <a:lstStyle/>
        <a:p>
          <a:endParaRPr lang="en-US"/>
        </a:p>
      </dgm:t>
    </dgm:pt>
    <dgm:pt modelId="{9AA6DD75-C00F-4A1C-A3AB-01226A30B829}" type="parTrans" cxnId="{344E738C-7D85-46B7-B540-3DEDA6184828}">
      <dgm:prSet/>
      <dgm:spPr/>
      <dgm:t>
        <a:bodyPr/>
        <a:lstStyle/>
        <a:p>
          <a:endParaRPr lang="en-US"/>
        </a:p>
      </dgm:t>
    </dgm:pt>
    <dgm:pt modelId="{6BE3ABCC-BE54-47C4-9696-90F98B1B6F39}">
      <dgm:prSet/>
      <dgm:spPr/>
      <dgm:t>
        <a:bodyPr/>
        <a:lstStyle/>
        <a:p>
          <a:pPr>
            <a:defRPr cap="all"/>
          </a:pPr>
          <a:r>
            <a:rPr lang="en-US" dirty="0"/>
            <a:t>O html </a:t>
          </a:r>
          <a:r>
            <a:rPr lang="en-US" dirty="0" err="1"/>
            <a:t>é</a:t>
          </a:r>
          <a:r>
            <a:rPr lang="en-US" dirty="0"/>
            <a:t> </a:t>
          </a:r>
          <a:r>
            <a:rPr lang="en-US" dirty="0" err="1"/>
            <a:t>uma</a:t>
          </a:r>
          <a:r>
            <a:rPr lang="en-US" dirty="0"/>
            <a:t> </a:t>
          </a:r>
          <a:r>
            <a:rPr lang="en-US" dirty="0" err="1"/>
            <a:t>linguagem</a:t>
          </a:r>
          <a:r>
            <a:rPr lang="en-US" dirty="0"/>
            <a:t> de </a:t>
          </a:r>
          <a:r>
            <a:rPr lang="en-US"/>
            <a:t>programação</a:t>
          </a:r>
          <a:endParaRPr lang="en-US" dirty="0"/>
        </a:p>
      </dgm:t>
    </dgm:pt>
    <dgm:pt modelId="{9AD1D37E-D37F-4212-8CF4-A89679927834}" type="sibTrans" cxnId="{E3B1ECF3-1D50-440A-87AD-BA2B3B29C37C}">
      <dgm:prSet/>
      <dgm:spPr/>
      <dgm:t>
        <a:bodyPr/>
        <a:lstStyle/>
        <a:p>
          <a:endParaRPr lang="en-US"/>
        </a:p>
      </dgm:t>
    </dgm:pt>
    <dgm:pt modelId="{3D25DD26-B302-4915-AB58-86B8165AED10}" type="parTrans" cxnId="{E3B1ECF3-1D50-440A-87AD-BA2B3B29C37C}">
      <dgm:prSet/>
      <dgm:spPr/>
      <dgm:t>
        <a:bodyPr/>
        <a:lstStyle/>
        <a:p>
          <a:endParaRPr lang="en-US"/>
        </a:p>
      </dgm:t>
    </dgm:pt>
    <dgm:pt modelId="{9827759D-80DF-4E33-85A4-93BBE16026A5}" type="pres">
      <dgm:prSet presAssocID="{CE869B83-8BF8-418A-8F4F-5E5344256811}" presName="root" presStyleCnt="0">
        <dgm:presLayoutVars>
          <dgm:dir/>
          <dgm:resizeHandles val="exact"/>
        </dgm:presLayoutVars>
      </dgm:prSet>
      <dgm:spPr/>
    </dgm:pt>
    <dgm:pt modelId="{0895B3AB-E72D-45B2-920E-E950203CA9F5}" type="pres">
      <dgm:prSet presAssocID="{6BE3ABCC-BE54-47C4-9696-90F98B1B6F39}" presName="compNode" presStyleCnt="0"/>
      <dgm:spPr/>
    </dgm:pt>
    <dgm:pt modelId="{4487A862-1380-4EB5-B352-F37A5F4A2D0D}" type="pres">
      <dgm:prSet presAssocID="{6BE3ABCC-BE54-47C4-9696-90F98B1B6F39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5BA2100B-3C71-4CB1-9C63-CC6D25626C57}" type="pres">
      <dgm:prSet presAssocID="{6BE3ABCC-BE54-47C4-9696-90F98B1B6F3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ail"/>
        </a:ext>
      </dgm:extLst>
    </dgm:pt>
    <dgm:pt modelId="{46C1EE58-07FC-4378-A2FE-95A02B4D3534}" type="pres">
      <dgm:prSet presAssocID="{6BE3ABCC-BE54-47C4-9696-90F98B1B6F39}" presName="spaceRect" presStyleCnt="0"/>
      <dgm:spPr/>
    </dgm:pt>
    <dgm:pt modelId="{F8D74C03-F738-4589-B7F5-FD7114D749E0}" type="pres">
      <dgm:prSet presAssocID="{6BE3ABCC-BE54-47C4-9696-90F98B1B6F39}" presName="textRect" presStyleLbl="revTx" presStyleIdx="0" presStyleCnt="3">
        <dgm:presLayoutVars>
          <dgm:chMax val="1"/>
          <dgm:chPref val="1"/>
        </dgm:presLayoutVars>
      </dgm:prSet>
      <dgm:spPr/>
    </dgm:pt>
    <dgm:pt modelId="{D0D01951-86A4-4989-A038-578501FFE1CA}" type="pres">
      <dgm:prSet presAssocID="{9AD1D37E-D37F-4212-8CF4-A89679927834}" presName="sibTrans" presStyleCnt="0"/>
      <dgm:spPr/>
    </dgm:pt>
    <dgm:pt modelId="{2318B396-8D06-4E69-81AD-E50A2870021E}" type="pres">
      <dgm:prSet presAssocID="{93E10E3C-9593-4D8D-84F3-4B52E34596FF}" presName="compNode" presStyleCnt="0"/>
      <dgm:spPr/>
    </dgm:pt>
    <dgm:pt modelId="{054C50EB-602A-4B02-8AD7-9B0753B1EC52}" type="pres">
      <dgm:prSet presAssocID="{93E10E3C-9593-4D8D-84F3-4B52E34596FF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1FBAB68D-555A-4583-B10D-0AA92C3E0996}" type="pres">
      <dgm:prSet presAssocID="{93E10E3C-9593-4D8D-84F3-4B52E34596F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eekTemple"/>
        </a:ext>
      </dgm:extLst>
    </dgm:pt>
    <dgm:pt modelId="{4A183A18-3B8B-4F9E-858A-CB9527B67A0F}" type="pres">
      <dgm:prSet presAssocID="{93E10E3C-9593-4D8D-84F3-4B52E34596FF}" presName="spaceRect" presStyleCnt="0"/>
      <dgm:spPr/>
    </dgm:pt>
    <dgm:pt modelId="{E23FB325-1BDC-43B6-89D3-F91BB9D94114}" type="pres">
      <dgm:prSet presAssocID="{93E10E3C-9593-4D8D-84F3-4B52E34596FF}" presName="textRect" presStyleLbl="revTx" presStyleIdx="1" presStyleCnt="3">
        <dgm:presLayoutVars>
          <dgm:chMax val="1"/>
          <dgm:chPref val="1"/>
        </dgm:presLayoutVars>
      </dgm:prSet>
      <dgm:spPr/>
    </dgm:pt>
    <dgm:pt modelId="{14CF8649-7164-4F22-9079-F72840D96302}" type="pres">
      <dgm:prSet presAssocID="{14190A1F-3ABE-42EC-A3F3-E9CDF5C63C4F}" presName="sibTrans" presStyleCnt="0"/>
      <dgm:spPr/>
    </dgm:pt>
    <dgm:pt modelId="{68DC6DE7-3C30-483E-A87C-A0BC07C3F47A}" type="pres">
      <dgm:prSet presAssocID="{961DA755-16E1-4D05-8594-595C76E735D9}" presName="compNode" presStyleCnt="0"/>
      <dgm:spPr/>
    </dgm:pt>
    <dgm:pt modelId="{F7B0CCAB-EDF9-450A-8B23-4A8FFB608296}" type="pres">
      <dgm:prSet presAssocID="{961DA755-16E1-4D05-8594-595C76E735D9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2913C627-8C1D-4517-B02D-852C8551C5FE}" type="pres">
      <dgm:prSet presAssocID="{961DA755-16E1-4D05-8594-595C76E735D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sOn"/>
        </a:ext>
      </dgm:extLst>
    </dgm:pt>
    <dgm:pt modelId="{48CBBC39-B79A-4E55-BF70-7A5DE1C9EFE9}" type="pres">
      <dgm:prSet presAssocID="{961DA755-16E1-4D05-8594-595C76E735D9}" presName="spaceRect" presStyleCnt="0"/>
      <dgm:spPr/>
    </dgm:pt>
    <dgm:pt modelId="{ADDCC7FB-F1A4-4EA4-830E-C268B349CA87}" type="pres">
      <dgm:prSet presAssocID="{961DA755-16E1-4D05-8594-595C76E735D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23EB351-6669-4020-9954-69D73B753059}" type="presOf" srcId="{CE869B83-8BF8-418A-8F4F-5E5344256811}" destId="{9827759D-80DF-4E33-85A4-93BBE16026A5}" srcOrd="0" destOrd="0" presId="urn:microsoft.com/office/officeart/2018/5/layout/IconLeafLabelList"/>
    <dgm:cxn modelId="{E64B5A52-B1FF-4164-8AEF-C741F12865BD}" type="presOf" srcId="{93E10E3C-9593-4D8D-84F3-4B52E34596FF}" destId="{E23FB325-1BDC-43B6-89D3-F91BB9D94114}" srcOrd="0" destOrd="0" presId="urn:microsoft.com/office/officeart/2018/5/layout/IconLeafLabelList"/>
    <dgm:cxn modelId="{344E738C-7D85-46B7-B540-3DEDA6184828}" srcId="{CE869B83-8BF8-418A-8F4F-5E5344256811}" destId="{961DA755-16E1-4D05-8594-595C76E735D9}" srcOrd="2" destOrd="0" parTransId="{9AA6DD75-C00F-4A1C-A3AB-01226A30B829}" sibTransId="{ACD1F5B0-2CB7-4D32-8E2B-BFC6137A8230}"/>
    <dgm:cxn modelId="{0F94C0A1-7700-42C9-B4CB-BFB8E7D3CC30}" type="presOf" srcId="{961DA755-16E1-4D05-8594-595C76E735D9}" destId="{ADDCC7FB-F1A4-4EA4-830E-C268B349CA87}" srcOrd="0" destOrd="0" presId="urn:microsoft.com/office/officeart/2018/5/layout/IconLeafLabelList"/>
    <dgm:cxn modelId="{D28320CA-2877-4292-AF11-D468225B4E25}" type="presOf" srcId="{6BE3ABCC-BE54-47C4-9696-90F98B1B6F39}" destId="{F8D74C03-F738-4589-B7F5-FD7114D749E0}" srcOrd="0" destOrd="0" presId="urn:microsoft.com/office/officeart/2018/5/layout/IconLeafLabelList"/>
    <dgm:cxn modelId="{2AC30BD6-09E3-4ACE-9870-D796EB289C34}" srcId="{CE869B83-8BF8-418A-8F4F-5E5344256811}" destId="{93E10E3C-9593-4D8D-84F3-4B52E34596FF}" srcOrd="1" destOrd="0" parTransId="{A3AF91D1-78C6-472E-BCDA-B3263E3E21F9}" sibTransId="{14190A1F-3ABE-42EC-A3F3-E9CDF5C63C4F}"/>
    <dgm:cxn modelId="{E3B1ECF3-1D50-440A-87AD-BA2B3B29C37C}" srcId="{CE869B83-8BF8-418A-8F4F-5E5344256811}" destId="{6BE3ABCC-BE54-47C4-9696-90F98B1B6F39}" srcOrd="0" destOrd="0" parTransId="{3D25DD26-B302-4915-AB58-86B8165AED10}" sibTransId="{9AD1D37E-D37F-4212-8CF4-A89679927834}"/>
    <dgm:cxn modelId="{4AC24CB8-13A6-458F-B9B1-35BC1EEAEEB0}" type="presParOf" srcId="{9827759D-80DF-4E33-85A4-93BBE16026A5}" destId="{0895B3AB-E72D-45B2-920E-E950203CA9F5}" srcOrd="0" destOrd="0" presId="urn:microsoft.com/office/officeart/2018/5/layout/IconLeafLabelList"/>
    <dgm:cxn modelId="{6A5A7E62-0709-419F-9829-9B0C45F16753}" type="presParOf" srcId="{0895B3AB-E72D-45B2-920E-E950203CA9F5}" destId="{4487A862-1380-4EB5-B352-F37A5F4A2D0D}" srcOrd="0" destOrd="0" presId="urn:microsoft.com/office/officeart/2018/5/layout/IconLeafLabelList"/>
    <dgm:cxn modelId="{1C635BF8-1980-4F95-80A4-EB7A4E755C6C}" type="presParOf" srcId="{0895B3AB-E72D-45B2-920E-E950203CA9F5}" destId="{5BA2100B-3C71-4CB1-9C63-CC6D25626C57}" srcOrd="1" destOrd="0" presId="urn:microsoft.com/office/officeart/2018/5/layout/IconLeafLabelList"/>
    <dgm:cxn modelId="{309C7E98-7F02-465B-B64E-57702E728C15}" type="presParOf" srcId="{0895B3AB-E72D-45B2-920E-E950203CA9F5}" destId="{46C1EE58-07FC-4378-A2FE-95A02B4D3534}" srcOrd="2" destOrd="0" presId="urn:microsoft.com/office/officeart/2018/5/layout/IconLeafLabelList"/>
    <dgm:cxn modelId="{236939B9-DE0B-4257-8AFC-669D625DE0A1}" type="presParOf" srcId="{0895B3AB-E72D-45B2-920E-E950203CA9F5}" destId="{F8D74C03-F738-4589-B7F5-FD7114D749E0}" srcOrd="3" destOrd="0" presId="urn:microsoft.com/office/officeart/2018/5/layout/IconLeafLabelList"/>
    <dgm:cxn modelId="{25D70BE7-C0F2-44B6-A44D-8E50F770DFDA}" type="presParOf" srcId="{9827759D-80DF-4E33-85A4-93BBE16026A5}" destId="{D0D01951-86A4-4989-A038-578501FFE1CA}" srcOrd="1" destOrd="0" presId="urn:microsoft.com/office/officeart/2018/5/layout/IconLeafLabelList"/>
    <dgm:cxn modelId="{73287451-C4DF-46BD-AE55-A4A68D2C814C}" type="presParOf" srcId="{9827759D-80DF-4E33-85A4-93BBE16026A5}" destId="{2318B396-8D06-4E69-81AD-E50A2870021E}" srcOrd="2" destOrd="0" presId="urn:microsoft.com/office/officeart/2018/5/layout/IconLeafLabelList"/>
    <dgm:cxn modelId="{7B50808D-8A75-4930-A50B-671AD04EDB2B}" type="presParOf" srcId="{2318B396-8D06-4E69-81AD-E50A2870021E}" destId="{054C50EB-602A-4B02-8AD7-9B0753B1EC52}" srcOrd="0" destOrd="0" presId="urn:microsoft.com/office/officeart/2018/5/layout/IconLeafLabelList"/>
    <dgm:cxn modelId="{500FF15E-1CE6-4B50-B631-5E8856B65CE4}" type="presParOf" srcId="{2318B396-8D06-4E69-81AD-E50A2870021E}" destId="{1FBAB68D-555A-4583-B10D-0AA92C3E0996}" srcOrd="1" destOrd="0" presId="urn:microsoft.com/office/officeart/2018/5/layout/IconLeafLabelList"/>
    <dgm:cxn modelId="{D5774A36-12A3-4C49-8BE4-414E5EABF3B7}" type="presParOf" srcId="{2318B396-8D06-4E69-81AD-E50A2870021E}" destId="{4A183A18-3B8B-4F9E-858A-CB9527B67A0F}" srcOrd="2" destOrd="0" presId="urn:microsoft.com/office/officeart/2018/5/layout/IconLeafLabelList"/>
    <dgm:cxn modelId="{44AA2F39-5A28-4CA5-8B05-91298BD4BF6F}" type="presParOf" srcId="{2318B396-8D06-4E69-81AD-E50A2870021E}" destId="{E23FB325-1BDC-43B6-89D3-F91BB9D94114}" srcOrd="3" destOrd="0" presId="urn:microsoft.com/office/officeart/2018/5/layout/IconLeafLabelList"/>
    <dgm:cxn modelId="{F1A9F02E-470C-44A6-8AB7-D137588C1F1E}" type="presParOf" srcId="{9827759D-80DF-4E33-85A4-93BBE16026A5}" destId="{14CF8649-7164-4F22-9079-F72840D96302}" srcOrd="3" destOrd="0" presId="urn:microsoft.com/office/officeart/2018/5/layout/IconLeafLabelList"/>
    <dgm:cxn modelId="{BE01C804-F8E2-4529-AF3E-B3BE65CBA6AF}" type="presParOf" srcId="{9827759D-80DF-4E33-85A4-93BBE16026A5}" destId="{68DC6DE7-3C30-483E-A87C-A0BC07C3F47A}" srcOrd="4" destOrd="0" presId="urn:microsoft.com/office/officeart/2018/5/layout/IconLeafLabelList"/>
    <dgm:cxn modelId="{CF302501-73C6-49B3-9449-01BA0FC4D8F9}" type="presParOf" srcId="{68DC6DE7-3C30-483E-A87C-A0BC07C3F47A}" destId="{F7B0CCAB-EDF9-450A-8B23-4A8FFB608296}" srcOrd="0" destOrd="0" presId="urn:microsoft.com/office/officeart/2018/5/layout/IconLeafLabelList"/>
    <dgm:cxn modelId="{08CF46FA-899E-4C82-8CC9-D64C827C9658}" type="presParOf" srcId="{68DC6DE7-3C30-483E-A87C-A0BC07C3F47A}" destId="{2913C627-8C1D-4517-B02D-852C8551C5FE}" srcOrd="1" destOrd="0" presId="urn:microsoft.com/office/officeart/2018/5/layout/IconLeafLabelList"/>
    <dgm:cxn modelId="{FDE5D79C-AA53-4A39-B02A-89664995BC94}" type="presParOf" srcId="{68DC6DE7-3C30-483E-A87C-A0BC07C3F47A}" destId="{48CBBC39-B79A-4E55-BF70-7A5DE1C9EFE9}" srcOrd="2" destOrd="0" presId="urn:microsoft.com/office/officeart/2018/5/layout/IconLeafLabelList"/>
    <dgm:cxn modelId="{34792C7D-2EC3-4F88-9DA6-001C50F31C3C}" type="presParOf" srcId="{68DC6DE7-3C30-483E-A87C-A0BC07C3F47A}" destId="{ADDCC7FB-F1A4-4EA4-830E-C268B349CA87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2FC505-D835-4A8C-B847-4BB334C207E8}" type="doc">
      <dgm:prSet loTypeId="urn:microsoft.com/office/officeart/2018/2/layout/IconVerticalSolidList" loCatId="icon" qsTypeId="urn:microsoft.com/office/officeart/2005/8/quickstyle/simple1#3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AD5DE50-E551-4C49-BC5D-98FC79AF59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V</a:t>
          </a:r>
        </a:p>
      </dgm:t>
    </dgm:pt>
    <dgm:pt modelId="{4EB4D225-E828-472C-8B9C-AE7206C6CBEB}" type="parTrans" cxnId="{55B3C695-5897-4C94-9924-6B1651C1E31F}">
      <dgm:prSet/>
      <dgm:spPr/>
      <dgm:t>
        <a:bodyPr/>
        <a:lstStyle/>
        <a:p>
          <a:endParaRPr lang="en-US"/>
        </a:p>
      </dgm:t>
    </dgm:pt>
    <dgm:pt modelId="{BF483356-C26D-45D6-9896-648C6FC32ABC}" type="sibTrans" cxnId="{55B3C695-5897-4C94-9924-6B1651C1E31F}">
      <dgm:prSet/>
      <dgm:spPr/>
      <dgm:t>
        <a:bodyPr/>
        <a:lstStyle/>
        <a:p>
          <a:endParaRPr lang="en-US"/>
        </a:p>
      </dgm:t>
    </dgm:pt>
    <dgm:pt modelId="{DE9E7FB1-E27E-4B02-A5DF-71FC87C80E9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F</a:t>
          </a:r>
        </a:p>
      </dgm:t>
    </dgm:pt>
    <dgm:pt modelId="{B65651C6-4BAF-47CE-8FB7-DDFFF65E630A}" type="parTrans" cxnId="{3EB5F65D-71B6-4E99-AD45-836B9025E8CF}">
      <dgm:prSet/>
      <dgm:spPr/>
      <dgm:t>
        <a:bodyPr/>
        <a:lstStyle/>
        <a:p>
          <a:endParaRPr lang="en-US"/>
        </a:p>
      </dgm:t>
    </dgm:pt>
    <dgm:pt modelId="{7DD47B85-5CF2-4990-8808-CBBD0E086635}" type="sibTrans" cxnId="{3EB5F65D-71B6-4E99-AD45-836B9025E8CF}">
      <dgm:prSet/>
      <dgm:spPr/>
      <dgm:t>
        <a:bodyPr/>
        <a:lstStyle/>
        <a:p>
          <a:endParaRPr lang="en-US"/>
        </a:p>
      </dgm:t>
    </dgm:pt>
    <dgm:pt modelId="{3A17F6D0-BD87-0646-8136-E90A39C600C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Uma </a:t>
          </a:r>
          <a:r>
            <a:rPr lang="en-US" dirty="0" err="1"/>
            <a:t>atualização</a:t>
          </a:r>
          <a:r>
            <a:rPr lang="en-US" dirty="0"/>
            <a:t> do </a:t>
          </a:r>
          <a:r>
            <a:rPr lang="en-US" dirty="0" err="1"/>
            <a:t>sistema</a:t>
          </a:r>
          <a:r>
            <a:rPr lang="en-US" dirty="0"/>
            <a:t> </a:t>
          </a:r>
          <a:r>
            <a:rPr lang="en-US" dirty="0" err="1"/>
            <a:t>também</a:t>
          </a:r>
          <a:r>
            <a:rPr lang="en-US" dirty="0"/>
            <a:t> </a:t>
          </a:r>
          <a:r>
            <a:rPr lang="en-US" dirty="0" err="1"/>
            <a:t>pode</a:t>
          </a:r>
          <a:r>
            <a:rPr lang="en-US" dirty="0"/>
            <a:t> mudar </a:t>
          </a:r>
          <a:r>
            <a:rPr lang="en-US" dirty="0" err="1"/>
            <a:t>os</a:t>
          </a:r>
          <a:r>
            <a:rPr lang="en-US" dirty="0"/>
            <a:t> logos das apps</a:t>
          </a:r>
        </a:p>
      </dgm:t>
    </dgm:pt>
    <dgm:pt modelId="{F6AC877A-0BF7-6C4A-A3B2-17B56509902B}" type="sibTrans" cxnId="{DBA41680-59CA-974F-AE1D-A7F4DE72A0D4}">
      <dgm:prSet/>
      <dgm:spPr/>
      <dgm:t>
        <a:bodyPr/>
        <a:lstStyle/>
        <a:p>
          <a:endParaRPr lang="pt-PT"/>
        </a:p>
      </dgm:t>
    </dgm:pt>
    <dgm:pt modelId="{4FE16CD3-191E-334E-BACB-9190DE94F9BC}" type="parTrans" cxnId="{DBA41680-59CA-974F-AE1D-A7F4DE72A0D4}">
      <dgm:prSet/>
      <dgm:spPr/>
      <dgm:t>
        <a:bodyPr/>
        <a:lstStyle/>
        <a:p>
          <a:endParaRPr lang="pt-PT"/>
        </a:p>
      </dgm:t>
    </dgm:pt>
    <dgm:pt modelId="{19E10642-91F5-42D0-94AE-2F54DB4F0F75}" type="pres">
      <dgm:prSet presAssocID="{CD2FC505-D835-4A8C-B847-4BB334C207E8}" presName="root" presStyleCnt="0">
        <dgm:presLayoutVars>
          <dgm:dir/>
          <dgm:resizeHandles val="exact"/>
        </dgm:presLayoutVars>
      </dgm:prSet>
      <dgm:spPr/>
    </dgm:pt>
    <dgm:pt modelId="{52B0EF7A-14A6-9E49-ACD8-BC355108888C}" type="pres">
      <dgm:prSet presAssocID="{3A17F6D0-BD87-0646-8136-E90A39C600CF}" presName="compNode" presStyleCnt="0"/>
      <dgm:spPr/>
    </dgm:pt>
    <dgm:pt modelId="{F774268C-670F-E841-9708-7A002A52688B}" type="pres">
      <dgm:prSet presAssocID="{3A17F6D0-BD87-0646-8136-E90A39C600CF}" presName="bgRect" presStyleLbl="bgShp" presStyleIdx="0" presStyleCnt="3"/>
      <dgm:spPr/>
    </dgm:pt>
    <dgm:pt modelId="{549D21E5-E6E6-454B-B819-695239F66BEF}" type="pres">
      <dgm:prSet presAssocID="{3A17F6D0-BD87-0646-8136-E90A39C600CF}" presName="iconRect" presStyleLbl="node1" presStyleIdx="0" presStyleCnt="3"/>
      <dgm:spPr/>
    </dgm:pt>
    <dgm:pt modelId="{1B71A991-51F0-3249-835A-8C791CA9B0F0}" type="pres">
      <dgm:prSet presAssocID="{3A17F6D0-BD87-0646-8136-E90A39C600CF}" presName="spaceRect" presStyleCnt="0"/>
      <dgm:spPr/>
    </dgm:pt>
    <dgm:pt modelId="{FABE83E8-E6DC-1F41-9B03-D988F188C862}" type="pres">
      <dgm:prSet presAssocID="{3A17F6D0-BD87-0646-8136-E90A39C600CF}" presName="parTx" presStyleLbl="revTx" presStyleIdx="0" presStyleCnt="3">
        <dgm:presLayoutVars>
          <dgm:chMax val="0"/>
          <dgm:chPref val="0"/>
        </dgm:presLayoutVars>
      </dgm:prSet>
      <dgm:spPr/>
    </dgm:pt>
    <dgm:pt modelId="{3AD86A07-E471-F74E-A9D2-0A3396B0C8ED}" type="pres">
      <dgm:prSet presAssocID="{F6AC877A-0BF7-6C4A-A3B2-17B56509902B}" presName="sibTrans" presStyleCnt="0"/>
      <dgm:spPr/>
    </dgm:pt>
    <dgm:pt modelId="{D3E9207E-5BAA-4C44-8690-7D8E4D1552DB}" type="pres">
      <dgm:prSet presAssocID="{CAD5DE50-E551-4C49-BC5D-98FC79AF5944}" presName="compNode" presStyleCnt="0"/>
      <dgm:spPr/>
    </dgm:pt>
    <dgm:pt modelId="{4B511EE4-3265-4094-A548-3CFBAD68912B}" type="pres">
      <dgm:prSet presAssocID="{CAD5DE50-E551-4C49-BC5D-98FC79AF5944}" presName="bgRect" presStyleLbl="bgShp" presStyleIdx="1" presStyleCnt="3"/>
      <dgm:spPr/>
    </dgm:pt>
    <dgm:pt modelId="{4CD6A613-41B8-400E-9E40-D3A914C97061}" type="pres">
      <dgm:prSet presAssocID="{CAD5DE50-E551-4C49-BC5D-98FC79AF594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eekTemple"/>
        </a:ext>
      </dgm:extLst>
    </dgm:pt>
    <dgm:pt modelId="{AFCFB8CC-4044-40F4-A6FE-AD12AD2E58CA}" type="pres">
      <dgm:prSet presAssocID="{CAD5DE50-E551-4C49-BC5D-98FC79AF5944}" presName="spaceRect" presStyleCnt="0"/>
      <dgm:spPr/>
    </dgm:pt>
    <dgm:pt modelId="{C653E485-4FD1-45BD-97DC-237D9E2227B8}" type="pres">
      <dgm:prSet presAssocID="{CAD5DE50-E551-4C49-BC5D-98FC79AF5944}" presName="parTx" presStyleLbl="revTx" presStyleIdx="1" presStyleCnt="3">
        <dgm:presLayoutVars>
          <dgm:chMax val="0"/>
          <dgm:chPref val="0"/>
        </dgm:presLayoutVars>
      </dgm:prSet>
      <dgm:spPr/>
    </dgm:pt>
    <dgm:pt modelId="{88262347-4F4A-4CC4-9D65-15CDA13AB746}" type="pres">
      <dgm:prSet presAssocID="{BF483356-C26D-45D6-9896-648C6FC32ABC}" presName="sibTrans" presStyleCnt="0"/>
      <dgm:spPr/>
    </dgm:pt>
    <dgm:pt modelId="{BBF25429-938E-4E1E-8BDA-9A119E7331D7}" type="pres">
      <dgm:prSet presAssocID="{DE9E7FB1-E27E-4B02-A5DF-71FC87C80E90}" presName="compNode" presStyleCnt="0"/>
      <dgm:spPr/>
    </dgm:pt>
    <dgm:pt modelId="{00CA2AF8-5EF3-48B3-A1BD-708088BB2617}" type="pres">
      <dgm:prSet presAssocID="{DE9E7FB1-E27E-4B02-A5DF-71FC87C80E90}" presName="bgRect" presStyleLbl="bgShp" presStyleIdx="2" presStyleCnt="3"/>
      <dgm:spPr/>
    </dgm:pt>
    <dgm:pt modelId="{16D34C50-9777-4634-BE04-27FF0AC21F00}" type="pres">
      <dgm:prSet presAssocID="{DE9E7FB1-E27E-4B02-A5DF-71FC87C80E9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sOn"/>
        </a:ext>
      </dgm:extLst>
    </dgm:pt>
    <dgm:pt modelId="{1F710D9A-B030-4963-8ED6-3E0F614B3E2E}" type="pres">
      <dgm:prSet presAssocID="{DE9E7FB1-E27E-4B02-A5DF-71FC87C80E90}" presName="spaceRect" presStyleCnt="0"/>
      <dgm:spPr/>
    </dgm:pt>
    <dgm:pt modelId="{29292A2F-9F30-4EF7-9940-0648C977D44A}" type="pres">
      <dgm:prSet presAssocID="{DE9E7FB1-E27E-4B02-A5DF-71FC87C80E9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7B85A55-025E-45F0-ACB8-9D21E31F0274}" type="presOf" srcId="{DE9E7FB1-E27E-4B02-A5DF-71FC87C80E90}" destId="{29292A2F-9F30-4EF7-9940-0648C977D44A}" srcOrd="0" destOrd="0" presId="urn:microsoft.com/office/officeart/2018/2/layout/IconVerticalSolidList"/>
    <dgm:cxn modelId="{3EB5F65D-71B6-4E99-AD45-836B9025E8CF}" srcId="{CD2FC505-D835-4A8C-B847-4BB334C207E8}" destId="{DE9E7FB1-E27E-4B02-A5DF-71FC87C80E90}" srcOrd="2" destOrd="0" parTransId="{B65651C6-4BAF-47CE-8FB7-DDFFF65E630A}" sibTransId="{7DD47B85-5CF2-4990-8808-CBBD0E086635}"/>
    <dgm:cxn modelId="{5E146472-AB93-487C-85D4-72A81ED3A498}" type="presOf" srcId="{CD2FC505-D835-4A8C-B847-4BB334C207E8}" destId="{19E10642-91F5-42D0-94AE-2F54DB4F0F75}" srcOrd="0" destOrd="0" presId="urn:microsoft.com/office/officeart/2018/2/layout/IconVerticalSolidList"/>
    <dgm:cxn modelId="{DBA41680-59CA-974F-AE1D-A7F4DE72A0D4}" srcId="{CD2FC505-D835-4A8C-B847-4BB334C207E8}" destId="{3A17F6D0-BD87-0646-8136-E90A39C600CF}" srcOrd="0" destOrd="0" parTransId="{4FE16CD3-191E-334E-BACB-9190DE94F9BC}" sibTransId="{F6AC877A-0BF7-6C4A-A3B2-17B56509902B}"/>
    <dgm:cxn modelId="{55B3C695-5897-4C94-9924-6B1651C1E31F}" srcId="{CD2FC505-D835-4A8C-B847-4BB334C207E8}" destId="{CAD5DE50-E551-4C49-BC5D-98FC79AF5944}" srcOrd="1" destOrd="0" parTransId="{4EB4D225-E828-472C-8B9C-AE7206C6CBEB}" sibTransId="{BF483356-C26D-45D6-9896-648C6FC32ABC}"/>
    <dgm:cxn modelId="{FBE850A5-B178-4AE2-982A-17B0E79540DC}" type="presOf" srcId="{CAD5DE50-E551-4C49-BC5D-98FC79AF5944}" destId="{C653E485-4FD1-45BD-97DC-237D9E2227B8}" srcOrd="0" destOrd="0" presId="urn:microsoft.com/office/officeart/2018/2/layout/IconVerticalSolidList"/>
    <dgm:cxn modelId="{1DFB2BF1-65C0-E549-8F70-F9EAE49EFF6B}" type="presOf" srcId="{3A17F6D0-BD87-0646-8136-E90A39C600CF}" destId="{FABE83E8-E6DC-1F41-9B03-D988F188C862}" srcOrd="0" destOrd="0" presId="urn:microsoft.com/office/officeart/2018/2/layout/IconVerticalSolidList"/>
    <dgm:cxn modelId="{056A37FB-DB9B-7B4E-BF54-39300337A0AE}" type="presParOf" srcId="{19E10642-91F5-42D0-94AE-2F54DB4F0F75}" destId="{52B0EF7A-14A6-9E49-ACD8-BC355108888C}" srcOrd="0" destOrd="0" presId="urn:microsoft.com/office/officeart/2018/2/layout/IconVerticalSolidList"/>
    <dgm:cxn modelId="{567A7B61-95D8-734A-B232-3707DC646E82}" type="presParOf" srcId="{52B0EF7A-14A6-9E49-ACD8-BC355108888C}" destId="{F774268C-670F-E841-9708-7A002A52688B}" srcOrd="0" destOrd="0" presId="urn:microsoft.com/office/officeart/2018/2/layout/IconVerticalSolidList"/>
    <dgm:cxn modelId="{C19F17C3-FC53-4443-B13A-92B34F7D885F}" type="presParOf" srcId="{52B0EF7A-14A6-9E49-ACD8-BC355108888C}" destId="{549D21E5-E6E6-454B-B819-695239F66BEF}" srcOrd="1" destOrd="0" presId="urn:microsoft.com/office/officeart/2018/2/layout/IconVerticalSolidList"/>
    <dgm:cxn modelId="{D1835A61-6F5B-D041-BBB1-041D301F9D48}" type="presParOf" srcId="{52B0EF7A-14A6-9E49-ACD8-BC355108888C}" destId="{1B71A991-51F0-3249-835A-8C791CA9B0F0}" srcOrd="2" destOrd="0" presId="urn:microsoft.com/office/officeart/2018/2/layout/IconVerticalSolidList"/>
    <dgm:cxn modelId="{09EC291E-FEAE-DE4D-B469-1BC8683D2F9F}" type="presParOf" srcId="{52B0EF7A-14A6-9E49-ACD8-BC355108888C}" destId="{FABE83E8-E6DC-1F41-9B03-D988F188C862}" srcOrd="3" destOrd="0" presId="urn:microsoft.com/office/officeart/2018/2/layout/IconVerticalSolidList"/>
    <dgm:cxn modelId="{630F6D61-5AF5-B547-845E-64D9D18529C1}" type="presParOf" srcId="{19E10642-91F5-42D0-94AE-2F54DB4F0F75}" destId="{3AD86A07-E471-F74E-A9D2-0A3396B0C8ED}" srcOrd="1" destOrd="0" presId="urn:microsoft.com/office/officeart/2018/2/layout/IconVerticalSolidList"/>
    <dgm:cxn modelId="{5263E645-594F-4721-B41B-A833FED28483}" type="presParOf" srcId="{19E10642-91F5-42D0-94AE-2F54DB4F0F75}" destId="{D3E9207E-5BAA-4C44-8690-7D8E4D1552DB}" srcOrd="2" destOrd="0" presId="urn:microsoft.com/office/officeart/2018/2/layout/IconVerticalSolidList"/>
    <dgm:cxn modelId="{31151DB2-E660-4A7C-9503-7090244D75AF}" type="presParOf" srcId="{D3E9207E-5BAA-4C44-8690-7D8E4D1552DB}" destId="{4B511EE4-3265-4094-A548-3CFBAD68912B}" srcOrd="0" destOrd="0" presId="urn:microsoft.com/office/officeart/2018/2/layout/IconVerticalSolidList"/>
    <dgm:cxn modelId="{133909B3-C748-4989-85E4-D5620A7CB162}" type="presParOf" srcId="{D3E9207E-5BAA-4C44-8690-7D8E4D1552DB}" destId="{4CD6A613-41B8-400E-9E40-D3A914C97061}" srcOrd="1" destOrd="0" presId="urn:microsoft.com/office/officeart/2018/2/layout/IconVerticalSolidList"/>
    <dgm:cxn modelId="{826A157B-B5A2-42A5-8153-D521F00D90C0}" type="presParOf" srcId="{D3E9207E-5BAA-4C44-8690-7D8E4D1552DB}" destId="{AFCFB8CC-4044-40F4-A6FE-AD12AD2E58CA}" srcOrd="2" destOrd="0" presId="urn:microsoft.com/office/officeart/2018/2/layout/IconVerticalSolidList"/>
    <dgm:cxn modelId="{DDC51ACD-0844-4F60-A6DA-07AF8B407EA8}" type="presParOf" srcId="{D3E9207E-5BAA-4C44-8690-7D8E4D1552DB}" destId="{C653E485-4FD1-45BD-97DC-237D9E2227B8}" srcOrd="3" destOrd="0" presId="urn:microsoft.com/office/officeart/2018/2/layout/IconVerticalSolidList"/>
    <dgm:cxn modelId="{0E837E63-70EF-42FD-9B97-C8A57751C93C}" type="presParOf" srcId="{19E10642-91F5-42D0-94AE-2F54DB4F0F75}" destId="{88262347-4F4A-4CC4-9D65-15CDA13AB746}" srcOrd="3" destOrd="0" presId="urn:microsoft.com/office/officeart/2018/2/layout/IconVerticalSolidList"/>
    <dgm:cxn modelId="{B85E1E63-3DD6-4ADD-9C8C-06A7AC73C824}" type="presParOf" srcId="{19E10642-91F5-42D0-94AE-2F54DB4F0F75}" destId="{BBF25429-938E-4E1E-8BDA-9A119E7331D7}" srcOrd="4" destOrd="0" presId="urn:microsoft.com/office/officeart/2018/2/layout/IconVerticalSolidList"/>
    <dgm:cxn modelId="{CE160628-646D-4E7D-8B73-E30F6ADAF8EC}" type="presParOf" srcId="{BBF25429-938E-4E1E-8BDA-9A119E7331D7}" destId="{00CA2AF8-5EF3-48B3-A1BD-708088BB2617}" srcOrd="0" destOrd="0" presId="urn:microsoft.com/office/officeart/2018/2/layout/IconVerticalSolidList"/>
    <dgm:cxn modelId="{F7B322C5-5B98-4E64-BB28-C8AA7254A057}" type="presParOf" srcId="{BBF25429-938E-4E1E-8BDA-9A119E7331D7}" destId="{16D34C50-9777-4634-BE04-27FF0AC21F00}" srcOrd="1" destOrd="0" presId="urn:microsoft.com/office/officeart/2018/2/layout/IconVerticalSolidList"/>
    <dgm:cxn modelId="{BC59D23F-3B3D-4C81-A0D0-8E9D78C251AB}" type="presParOf" srcId="{BBF25429-938E-4E1E-8BDA-9A119E7331D7}" destId="{1F710D9A-B030-4963-8ED6-3E0F614B3E2E}" srcOrd="2" destOrd="0" presId="urn:microsoft.com/office/officeart/2018/2/layout/IconVerticalSolidList"/>
    <dgm:cxn modelId="{71A5D984-561B-42A9-A031-F8C45C3AEA43}" type="presParOf" srcId="{BBF25429-938E-4E1E-8BDA-9A119E7331D7}" destId="{29292A2F-9F30-4EF7-9940-0648C977D44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0374A9-02D2-4B8C-B960-9D52CE90C7BE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75A0C8-2B69-4453-BB99-CA93C4CAA6C9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084364-C22D-4ADE-9184-A947A1ECAAF9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PT" sz="2500" kern="1200" dirty="0"/>
            <a:t>1O </a:t>
          </a:r>
          <a:r>
            <a:rPr lang="pt-PT" sz="2500" kern="1200" dirty="0" err="1"/>
            <a:t>arduino</a:t>
          </a:r>
          <a:r>
            <a:rPr lang="pt-PT" sz="2500" kern="1200" dirty="0"/>
            <a:t> usa</a:t>
          </a:r>
          <a:endParaRPr lang="en-US" sz="2500" kern="1200" dirty="0"/>
        </a:p>
      </dsp:txBody>
      <dsp:txXfrm>
        <a:off x="1686304" y="623"/>
        <a:ext cx="5530111" cy="1460003"/>
      </dsp:txXfrm>
    </dsp:sp>
    <dsp:sp modelId="{D7C20A4D-AF5F-494C-9ED7-4A7967FB22E1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42EE01-FDD2-49A0-8E1D-76290DCD8C68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959342C-41D7-4B41-BA49-0B7202491869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a)C++ </a:t>
          </a:r>
          <a:r>
            <a:rPr lang="en-US" sz="2500" kern="1200" dirty="0" err="1"/>
            <a:t>modificado</a:t>
          </a:r>
          <a:endParaRPr lang="en-US" sz="2500" kern="1200" dirty="0"/>
        </a:p>
      </dsp:txBody>
      <dsp:txXfrm>
        <a:off x="1686304" y="1825628"/>
        <a:ext cx="5530111" cy="1460003"/>
      </dsp:txXfrm>
    </dsp:sp>
    <dsp:sp modelId="{DFCCE03F-A548-6D4B-BAED-462719AF8F69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ABDDFD0-6BF8-0B4A-BB65-420C79661D66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FB19B3-8D5A-F046-96F0-3A7CAC003B02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b)C </a:t>
          </a:r>
          <a:r>
            <a:rPr lang="en-US" sz="2500" kern="1200" dirty="0" err="1"/>
            <a:t>modificado</a:t>
          </a:r>
          <a:endParaRPr lang="en-US" sz="2500" kern="1200" dirty="0"/>
        </a:p>
      </dsp:txBody>
      <dsp:txXfrm>
        <a:off x="1686304" y="3650632"/>
        <a:ext cx="5530111" cy="14600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87A862-1380-4EB5-B352-F37A5F4A2D0D}">
      <dsp:nvSpPr>
        <dsp:cNvPr id="0" name=""/>
        <dsp:cNvSpPr/>
      </dsp:nvSpPr>
      <dsp:spPr>
        <a:xfrm>
          <a:off x="700214" y="226933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A2100B-3C71-4CB1-9C63-CC6D25626C57}">
      <dsp:nvSpPr>
        <dsp:cNvPr id="0" name=""/>
        <dsp:cNvSpPr/>
      </dsp:nvSpPr>
      <dsp:spPr>
        <a:xfrm>
          <a:off x="1117027" y="643746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D74C03-F738-4589-B7F5-FD7114D749E0}">
      <dsp:nvSpPr>
        <dsp:cNvPr id="0" name=""/>
        <dsp:cNvSpPr/>
      </dsp:nvSpPr>
      <dsp:spPr>
        <a:xfrm>
          <a:off x="74995" y="2791934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000" kern="1200" dirty="0"/>
            <a:t>O html </a:t>
          </a:r>
          <a:r>
            <a:rPr lang="en-US" sz="2000" kern="1200" dirty="0" err="1"/>
            <a:t>é</a:t>
          </a:r>
          <a:r>
            <a:rPr lang="en-US" sz="2000" kern="1200" dirty="0"/>
            <a:t> </a:t>
          </a:r>
          <a:r>
            <a:rPr lang="en-US" sz="2000" kern="1200" dirty="0" err="1"/>
            <a:t>uma</a:t>
          </a:r>
          <a:r>
            <a:rPr lang="en-US" sz="2000" kern="1200" dirty="0"/>
            <a:t> </a:t>
          </a:r>
          <a:r>
            <a:rPr lang="en-US" sz="2000" kern="1200" dirty="0" err="1"/>
            <a:t>linguagem</a:t>
          </a:r>
          <a:r>
            <a:rPr lang="en-US" sz="2000" kern="1200" dirty="0"/>
            <a:t> de </a:t>
          </a:r>
          <a:r>
            <a:rPr lang="en-US" sz="2000" kern="1200"/>
            <a:t>programação</a:t>
          </a:r>
          <a:endParaRPr lang="en-US" sz="2000" kern="1200" dirty="0"/>
        </a:p>
      </dsp:txBody>
      <dsp:txXfrm>
        <a:off x="74995" y="2791934"/>
        <a:ext cx="3206250" cy="720000"/>
      </dsp:txXfrm>
    </dsp:sp>
    <dsp:sp modelId="{054C50EB-602A-4B02-8AD7-9B0753B1EC52}">
      <dsp:nvSpPr>
        <dsp:cNvPr id="0" name=""/>
        <dsp:cNvSpPr/>
      </dsp:nvSpPr>
      <dsp:spPr>
        <a:xfrm>
          <a:off x="4467558" y="226933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BAB68D-555A-4583-B10D-0AA92C3E0996}">
      <dsp:nvSpPr>
        <dsp:cNvPr id="0" name=""/>
        <dsp:cNvSpPr/>
      </dsp:nvSpPr>
      <dsp:spPr>
        <a:xfrm>
          <a:off x="4884370" y="643746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3FB325-1BDC-43B6-89D3-F91BB9D94114}">
      <dsp:nvSpPr>
        <dsp:cNvPr id="0" name=""/>
        <dsp:cNvSpPr/>
      </dsp:nvSpPr>
      <dsp:spPr>
        <a:xfrm>
          <a:off x="3842339" y="2791934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PT" sz="2000" kern="1200" dirty="0"/>
            <a:t>V</a:t>
          </a:r>
          <a:endParaRPr lang="en-US" sz="2000" kern="1200" dirty="0"/>
        </a:p>
      </dsp:txBody>
      <dsp:txXfrm>
        <a:off x="3842339" y="2791934"/>
        <a:ext cx="3206250" cy="720000"/>
      </dsp:txXfrm>
    </dsp:sp>
    <dsp:sp modelId="{F7B0CCAB-EDF9-450A-8B23-4A8FFB608296}">
      <dsp:nvSpPr>
        <dsp:cNvPr id="0" name=""/>
        <dsp:cNvSpPr/>
      </dsp:nvSpPr>
      <dsp:spPr>
        <a:xfrm>
          <a:off x="8234902" y="226933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13C627-8C1D-4517-B02D-852C8551C5FE}">
      <dsp:nvSpPr>
        <dsp:cNvPr id="0" name=""/>
        <dsp:cNvSpPr/>
      </dsp:nvSpPr>
      <dsp:spPr>
        <a:xfrm>
          <a:off x="8651714" y="643746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DCC7FB-F1A4-4EA4-830E-C268B349CA87}">
      <dsp:nvSpPr>
        <dsp:cNvPr id="0" name=""/>
        <dsp:cNvSpPr/>
      </dsp:nvSpPr>
      <dsp:spPr>
        <a:xfrm>
          <a:off x="7609683" y="2791934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pt-PT" sz="2000" kern="1200" dirty="0"/>
            <a:t>F</a:t>
          </a:r>
          <a:endParaRPr lang="en-US" sz="2000" kern="1200" dirty="0"/>
        </a:p>
      </dsp:txBody>
      <dsp:txXfrm>
        <a:off x="7609683" y="2791934"/>
        <a:ext cx="320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74268C-670F-E841-9708-7A002A52688B}">
      <dsp:nvSpPr>
        <dsp:cNvPr id="0" name=""/>
        <dsp:cNvSpPr/>
      </dsp:nvSpPr>
      <dsp:spPr>
        <a:xfrm>
          <a:off x="0" y="623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9D21E5-E6E6-454B-B819-695239F66BEF}">
      <dsp:nvSpPr>
        <dsp:cNvPr id="0" name=""/>
        <dsp:cNvSpPr/>
      </dsp:nvSpPr>
      <dsp:spPr>
        <a:xfrm>
          <a:off x="441651" y="329124"/>
          <a:ext cx="803001" cy="80300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BE83E8-E6DC-1F41-9B03-D988F188C862}">
      <dsp:nvSpPr>
        <dsp:cNvPr id="0" name=""/>
        <dsp:cNvSpPr/>
      </dsp:nvSpPr>
      <dsp:spPr>
        <a:xfrm>
          <a:off x="1686304" y="623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Uma </a:t>
          </a:r>
          <a:r>
            <a:rPr lang="en-US" sz="2500" kern="1200" dirty="0" err="1"/>
            <a:t>atualização</a:t>
          </a:r>
          <a:r>
            <a:rPr lang="en-US" sz="2500" kern="1200" dirty="0"/>
            <a:t> do </a:t>
          </a:r>
          <a:r>
            <a:rPr lang="en-US" sz="2500" kern="1200" dirty="0" err="1"/>
            <a:t>sistema</a:t>
          </a:r>
          <a:r>
            <a:rPr lang="en-US" sz="2500" kern="1200" dirty="0"/>
            <a:t> </a:t>
          </a:r>
          <a:r>
            <a:rPr lang="en-US" sz="2500" kern="1200" dirty="0" err="1"/>
            <a:t>também</a:t>
          </a:r>
          <a:r>
            <a:rPr lang="en-US" sz="2500" kern="1200" dirty="0"/>
            <a:t> </a:t>
          </a:r>
          <a:r>
            <a:rPr lang="en-US" sz="2500" kern="1200" dirty="0" err="1"/>
            <a:t>pode</a:t>
          </a:r>
          <a:r>
            <a:rPr lang="en-US" sz="2500" kern="1200" dirty="0"/>
            <a:t> mudar </a:t>
          </a:r>
          <a:r>
            <a:rPr lang="en-US" sz="2500" kern="1200" dirty="0" err="1"/>
            <a:t>os</a:t>
          </a:r>
          <a:r>
            <a:rPr lang="en-US" sz="2500" kern="1200" dirty="0"/>
            <a:t> logos das apps</a:t>
          </a:r>
        </a:p>
      </dsp:txBody>
      <dsp:txXfrm>
        <a:off x="1686304" y="623"/>
        <a:ext cx="5530111" cy="1460003"/>
      </dsp:txXfrm>
    </dsp:sp>
    <dsp:sp modelId="{4B511EE4-3265-4094-A548-3CFBAD68912B}">
      <dsp:nvSpPr>
        <dsp:cNvPr id="0" name=""/>
        <dsp:cNvSpPr/>
      </dsp:nvSpPr>
      <dsp:spPr>
        <a:xfrm>
          <a:off x="0" y="1825628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D6A613-41B8-400E-9E40-D3A914C97061}">
      <dsp:nvSpPr>
        <dsp:cNvPr id="0" name=""/>
        <dsp:cNvSpPr/>
      </dsp:nvSpPr>
      <dsp:spPr>
        <a:xfrm>
          <a:off x="441651" y="2154129"/>
          <a:ext cx="803001" cy="8030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53E485-4FD1-45BD-97DC-237D9E2227B8}">
      <dsp:nvSpPr>
        <dsp:cNvPr id="0" name=""/>
        <dsp:cNvSpPr/>
      </dsp:nvSpPr>
      <dsp:spPr>
        <a:xfrm>
          <a:off x="1686304" y="1825628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V</a:t>
          </a:r>
        </a:p>
      </dsp:txBody>
      <dsp:txXfrm>
        <a:off x="1686304" y="1825628"/>
        <a:ext cx="5530111" cy="1460003"/>
      </dsp:txXfrm>
    </dsp:sp>
    <dsp:sp modelId="{00CA2AF8-5EF3-48B3-A1BD-708088BB2617}">
      <dsp:nvSpPr>
        <dsp:cNvPr id="0" name=""/>
        <dsp:cNvSpPr/>
      </dsp:nvSpPr>
      <dsp:spPr>
        <a:xfrm>
          <a:off x="0" y="3650632"/>
          <a:ext cx="7216416" cy="14600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D34C50-9777-4634-BE04-27FF0AC21F00}">
      <dsp:nvSpPr>
        <dsp:cNvPr id="0" name=""/>
        <dsp:cNvSpPr/>
      </dsp:nvSpPr>
      <dsp:spPr>
        <a:xfrm>
          <a:off x="441651" y="3979133"/>
          <a:ext cx="803001" cy="80300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292A2F-9F30-4EF7-9940-0648C977D44A}">
      <dsp:nvSpPr>
        <dsp:cNvPr id="0" name=""/>
        <dsp:cNvSpPr/>
      </dsp:nvSpPr>
      <dsp:spPr>
        <a:xfrm>
          <a:off x="1686304" y="3650632"/>
          <a:ext cx="5530111" cy="14600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517" tIns="154517" rIns="154517" bIns="154517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</a:t>
          </a:r>
        </a:p>
      </dsp:txBody>
      <dsp:txXfrm>
        <a:off x="1686304" y="3650632"/>
        <a:ext cx="5530111" cy="14600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A987A3-2B55-021F-028F-6D1D7A8B1F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1B0C99E-9523-D8EF-D27F-F2094BDCC2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66A8271-A3ED-4E8E-FB8D-7E306041E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001D-2DB4-434E-9695-58D9DFB68589}" type="datetimeFigureOut">
              <a:rPr lang="pt-PT" smtClean="0"/>
              <a:t>28/08/26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D1D43562-E9B3-538C-6697-D2336FD5E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0AF05B3-FA2F-FBF9-1075-CE10ECE17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BE16-AFBF-2040-85A0-93666FA0823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08573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899EF4-8D68-E63F-03C7-390C6440D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57C28641-8831-294D-8A28-E9BA1373E6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22CE3FE-37E9-3F10-75C9-1FF7F2B5B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001D-2DB4-434E-9695-58D9DFB68589}" type="datetimeFigureOut">
              <a:rPr lang="pt-PT" smtClean="0"/>
              <a:t>28/08/26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059E950-7775-4355-926B-8DF5FA3AF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85F9B5DF-3989-9305-335E-BBC5C80CC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BE16-AFBF-2040-85A0-93666FA0823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981820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54A3AC-4423-3DA1-C7B9-1936FA4FF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A7E862AF-D8DC-72D6-2DFD-979EE0572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73A888F-31E0-2253-1305-13BAFB077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001D-2DB4-434E-9695-58D9DFB68589}" type="datetimeFigureOut">
              <a:rPr lang="pt-PT" smtClean="0"/>
              <a:t>28/08/26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605D8E3B-6F43-F236-0830-BAA029FC1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03BF2EE4-EC1D-0F56-CEFD-D2E154CE1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BE16-AFBF-2040-85A0-93666FA0823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67730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46B2F5-7370-5059-7ED2-ACED2F70B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673E2B8-CA7E-DB50-8596-6B99F29A7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B51F842B-6014-DD91-92FD-BC6696EF37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829BF48C-835B-F0AC-8155-80F93ACB8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001D-2DB4-434E-9695-58D9DFB68589}" type="datetimeFigureOut">
              <a:rPr lang="pt-PT" smtClean="0"/>
              <a:t>28/08/26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F099AE63-2F87-B844-D2E2-08662004C6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064F99A-ABAD-4E28-162C-5CE8D9077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BE16-AFBF-2040-85A0-93666FA0823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43111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D538FD-B22C-FE1D-3E56-FBE7ECF7D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67AB19B8-B1F1-2AF8-739F-36F910440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C2BB22F5-0F2B-A711-21DD-09E5FA0FD9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72EFFF47-F602-EFE4-4168-CF87E2F743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6D18EACF-5921-3F54-D13F-C174218FCB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740DF10B-D16E-79C8-CA4F-88302D0FA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001D-2DB4-434E-9695-58D9DFB68589}" type="datetimeFigureOut">
              <a:rPr lang="pt-PT" smtClean="0"/>
              <a:t>28/08/26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901DBC9D-F960-29F2-9481-82C35A97B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38960D94-4D78-97CF-081D-688046CB1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BE16-AFBF-2040-85A0-93666FA0823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21875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8D8EEC-3A1F-218E-E4FC-DD4BCB128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8E098074-8C5F-57BD-FC53-00629AF6F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001D-2DB4-434E-9695-58D9DFB68589}" type="datetimeFigureOut">
              <a:rPr lang="pt-PT" smtClean="0"/>
              <a:t>28/08/26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7E46E4B7-F9AC-D63D-3471-E9F750144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A66285EC-2F97-B4FB-6C87-584C79144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BE16-AFBF-2040-85A0-93666FA0823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56488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621C3EC7-B53A-1D2B-08D9-66CB6C71C8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001D-2DB4-434E-9695-58D9DFB68589}" type="datetimeFigureOut">
              <a:rPr lang="pt-PT" smtClean="0"/>
              <a:t>28/08/26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A7FA4459-A38B-D646-789F-079096205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CB7549DA-D27D-3113-E4A3-21F58880C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BE16-AFBF-2040-85A0-93666FA0823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48485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7EB9D2-865D-0471-98DC-E6C5A5C10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76479F6-6E11-ACC0-2B74-5213E6AE4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22E7BE9E-C7EE-CF5E-4FDF-4AFE684ED0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A4A1A637-FD41-4F8F-4FBF-28AB72E14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001D-2DB4-434E-9695-58D9DFB68589}" type="datetimeFigureOut">
              <a:rPr lang="pt-PT" smtClean="0"/>
              <a:t>28/08/26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D5995136-D2D1-75BD-F617-E0AEB453B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3B201408-E744-B15B-76F7-A236E5679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BE16-AFBF-2040-85A0-93666FA0823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771529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62AE18-18BC-BD9E-0C62-1FDD1D477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346C47E4-6EC0-FCC7-96C2-8E13E0DCD5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47164564-EE7A-383F-1600-F00D843F32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C35AC0FB-5CE2-E3C2-CEE1-A44C476DD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001D-2DB4-434E-9695-58D9DFB68589}" type="datetimeFigureOut">
              <a:rPr lang="pt-PT" smtClean="0"/>
              <a:t>28/08/26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91BFC14B-AC2B-CCC0-FDC1-D2CC7C458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B7242D9-5D23-1808-4447-E0B8FCF1B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BE16-AFBF-2040-85A0-93666FA0823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92660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963E6-5C93-A107-F889-448CF7AF3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BAB634AD-5F2A-B7A4-05CB-C186006183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A2830BB-AAD2-AD22-DAE8-714CE12AA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001D-2DB4-434E-9695-58D9DFB68589}" type="datetimeFigureOut">
              <a:rPr lang="pt-PT" smtClean="0"/>
              <a:t>28/08/26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8F825542-2A3F-F8CD-900D-B118AB79B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CD0047E-4ECE-AF46-9EF1-9F157DF7C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BE16-AFBF-2040-85A0-93666FA0823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95428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1BEC9B7-A591-BD9F-0203-0529D56408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8A40C87A-BD05-6FF9-8DB2-D8B55E0FB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B9E3A37-D800-F788-D0E9-F5805F068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DB001D-2DB4-434E-9695-58D9DFB68589}" type="datetimeFigureOut">
              <a:rPr lang="pt-PT" smtClean="0"/>
              <a:t>28/08/26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195B7C1-DDDC-180F-BDAD-CA8247FA7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D0968CEF-15F6-3610-6D13-B40888E0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ECBE16-AFBF-2040-85A0-93666FA0823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61491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92F1F3F7-D3A9-15F5-3842-0DA32EB3D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C62BC681-2097-A732-4E9E-E2C890C1B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BED0AFB8-94E5-C0AB-BC5D-DF84B56EB8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DB001D-2DB4-434E-9695-58D9DFB68589}" type="datetimeFigureOut">
              <a:rPr lang="pt-PT" smtClean="0"/>
              <a:t>28/08/26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B028C9FC-C79A-7BA0-190D-8EBAABFC45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3EA2A9B0-77B5-E71F-2803-C320A4807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ECBE16-AFBF-2040-85A0-93666FA0823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20777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985233"/>
            <a:ext cx="5758628" cy="3355853"/>
          </a:xfrm>
        </p:spPr>
        <p:txBody>
          <a:bodyPr anchor="t">
            <a:normAutofit/>
          </a:bodyPr>
          <a:lstStyle/>
          <a:p>
            <a:r>
              <a:rPr lang="pt-PT" sz="6000" dirty="0">
                <a:solidFill>
                  <a:srgbClr val="FFFFFF"/>
                </a:solidFill>
              </a:rPr>
              <a:t>TD2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4439920" cy="1104721"/>
          </a:xfrm>
        </p:spPr>
        <p:txBody>
          <a:bodyPr anchor="t">
            <a:normAutofit/>
          </a:bodyPr>
          <a:lstStyle/>
          <a:p>
            <a:r>
              <a:rPr lang="pt-PT">
                <a:solidFill>
                  <a:srgbClr val="FFFFFF"/>
                </a:solidFill>
              </a:rPr>
              <a:t>TD1 
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E9B0CD19-D8E7-89C4-7A6E-18220DE30E6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0633" r="9085" b="13419"/>
          <a:stretch>
            <a:fillRect/>
          </a:stretch>
        </p:blipFill>
        <p:spPr>
          <a:xfrm>
            <a:off x="129998" y="152"/>
            <a:ext cx="12191980" cy="685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373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pt-PT" sz="3600"/>
              <a:t>P1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BC10AA9D-616B-DDC6-DECB-F4E36C995A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9682353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5505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79" y="1371601"/>
            <a:ext cx="10890929" cy="1097280"/>
          </a:xfrm>
        </p:spPr>
        <p:txBody>
          <a:bodyPr>
            <a:normAutofit/>
          </a:bodyPr>
          <a:lstStyle/>
          <a:p>
            <a:r>
              <a:rPr lang="pt-PT" dirty="0"/>
              <a:t>P2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3AB52068-EB61-46A2-279F-7FDB58963A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7215594"/>
              </p:ext>
            </p:extLst>
          </p:nvPr>
        </p:nvGraphicFramePr>
        <p:xfrm>
          <a:off x="640079" y="2559050"/>
          <a:ext cx="10890929" cy="3738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43830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40080" y="914399"/>
            <a:ext cx="3000587" cy="4160520"/>
          </a:xfrm>
        </p:spPr>
        <p:txBody>
          <a:bodyPr anchor="t">
            <a:normAutofit/>
          </a:bodyPr>
          <a:lstStyle/>
          <a:p>
            <a:r>
              <a:rPr lang="pt-PT" sz="3600"/>
              <a:t>P3</a:t>
            </a:r>
          </a:p>
        </p:txBody>
      </p:sp>
      <p:graphicFrame>
        <p:nvGraphicFramePr>
          <p:cNvPr id="6" name="Content Placeholder">
            <a:extLst>
              <a:ext uri="{FF2B5EF4-FFF2-40B4-BE49-F238E27FC236}">
                <a16:creationId xmlns:a16="http://schemas.microsoft.com/office/drawing/2014/main" id="{15A09057-3467-33BB-53D1-96A0D2A526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657839"/>
              </p:ext>
            </p:extLst>
          </p:nvPr>
        </p:nvGraphicFramePr>
        <p:xfrm>
          <a:off x="4303332" y="891606"/>
          <a:ext cx="7216416" cy="51112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288027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40</Words>
  <Application>Microsoft Macintosh PowerPoint</Application>
  <PresentationFormat>Ecrã Panorâmico</PresentationFormat>
  <Paragraphs>14</Paragraphs>
  <Slides>4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do Office</vt:lpstr>
      <vt:lpstr>TD2</vt:lpstr>
      <vt:lpstr>P1</vt:lpstr>
      <vt:lpstr>P2</vt:lpstr>
      <vt:lpstr>P3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Tiago dos Santos Martins Monteiro</dc:creator>
  <cp:lastModifiedBy>João Tiago dos Santos Martins Monteiro</cp:lastModifiedBy>
  <cp:revision>1</cp:revision>
  <dcterms:created xsi:type="dcterms:W3CDTF">2026-08-28T12:18:33Z</dcterms:created>
  <dcterms:modified xsi:type="dcterms:W3CDTF">2026-08-28T14:36:59Z</dcterms:modified>
</cp:coreProperties>
</file>